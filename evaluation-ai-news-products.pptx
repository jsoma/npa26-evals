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66" r:id="rId3"/>
    <p:sldId id="257" r:id="rId4"/>
    <p:sldId id="285" r:id="rId5"/>
    <p:sldId id="260" r:id="rId6"/>
    <p:sldId id="284" r:id="rId7"/>
    <p:sldId id="265" r:id="rId8"/>
    <p:sldId id="278" r:id="rId9"/>
    <p:sldId id="291" r:id="rId10"/>
    <p:sldId id="293" r:id="rId11"/>
    <p:sldId id="276" r:id="rId12"/>
    <p:sldId id="288" r:id="rId13"/>
    <p:sldId id="325" r:id="rId14"/>
    <p:sldId id="289" r:id="rId15"/>
    <p:sldId id="290" r:id="rId16"/>
    <p:sldId id="292" r:id="rId17"/>
    <p:sldId id="287" r:id="rId18"/>
    <p:sldId id="319" r:id="rId19"/>
    <p:sldId id="294" r:id="rId20"/>
    <p:sldId id="306" r:id="rId21"/>
    <p:sldId id="295" r:id="rId22"/>
    <p:sldId id="297" r:id="rId23"/>
    <p:sldId id="300" r:id="rId24"/>
    <p:sldId id="320" r:id="rId25"/>
    <p:sldId id="281" r:id="rId26"/>
    <p:sldId id="301" r:id="rId27"/>
    <p:sldId id="302" r:id="rId28"/>
    <p:sldId id="303" r:id="rId29"/>
    <p:sldId id="305" r:id="rId30"/>
    <p:sldId id="304" r:id="rId31"/>
    <p:sldId id="317" r:id="rId32"/>
    <p:sldId id="326" r:id="rId33"/>
    <p:sldId id="308" r:id="rId34"/>
    <p:sldId id="309" r:id="rId35"/>
    <p:sldId id="272" r:id="rId36"/>
    <p:sldId id="310" r:id="rId37"/>
    <p:sldId id="329" r:id="rId38"/>
    <p:sldId id="283" r:id="rId39"/>
    <p:sldId id="327" r:id="rId40"/>
    <p:sldId id="322" r:id="rId41"/>
    <p:sldId id="323" r:id="rId42"/>
    <p:sldId id="324" r:id="rId43"/>
    <p:sldId id="334" r:id="rId44"/>
    <p:sldId id="335" r:id="rId45"/>
    <p:sldId id="332" r:id="rId46"/>
    <p:sldId id="333" r:id="rId47"/>
    <p:sldId id="268" r:id="rId48"/>
    <p:sldId id="312" r:id="rId49"/>
    <p:sldId id="311" r:id="rId50"/>
    <p:sldId id="313" r:id="rId51"/>
    <p:sldId id="314" r:id="rId52"/>
    <p:sldId id="315" r:id="rId53"/>
    <p:sldId id="321" r:id="rId54"/>
    <p:sldId id="336" r:id="rId55"/>
    <p:sldId id="277" r:id="rId56"/>
    <p:sldId id="273" r:id="rId57"/>
    <p:sldId id="316" r:id="rId58"/>
    <p:sldId id="318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024"/>
    <a:srgbClr val="5B2C90"/>
    <a:srgbClr val="FF96E3"/>
    <a:srgbClr val="FCC6F3"/>
    <a:srgbClr val="AC008B"/>
    <a:srgbClr val="FFFC00"/>
    <a:srgbClr val="FFDDA7"/>
    <a:srgbClr val="F9D5E6"/>
    <a:srgbClr val="FFA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716"/>
  </p:normalViewPr>
  <p:slideViewPr>
    <p:cSldViewPr snapToGrid="0">
      <p:cViewPr>
        <p:scale>
          <a:sx n="105" d="100"/>
          <a:sy n="105" d="100"/>
        </p:scale>
        <p:origin x="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45:36.026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0 594 24575,'95'0'0,"0"0"0,1 0 0,-1 0 0,0 0 0,0 0 0,0 0 0,0 0 0,0 0 0,1 0 0,9 0 0,0 0 0,-3 0 0,-2 0 0,-4 0 0,-4 0 0,-6 0-246,19 0 0,-7 0 0,-8 0 0,-9 0-246,7 0 0,-8 0 0,0 0 0,-4 0 0,-13 0 0,-3 0-492,38 0 43,-18 0 941,-9 0 983,2 0-680,-11 0-303,-9 0 0,-10 0 983,-11 0 0,-13 0 0,-6 0 0,-5 0-340,0-5-643,-18-8 0,-6-4 0,-18-8 0,-4 1 0,3-1 0,-3-1 0,2 3 0,-1 2 0,0 2 0,1-1 0,3 1 0,-3-3 0,-3 2 0,-6-3 0,-6-2 0,-2-1 0,0-1 0,-2-1 0,4 1 0,1-4 0,5 1 0,7 4 0,7 1 0,4 6 0,7 4 0,6 5 0,4 7 0,19 23 0,4-3 0,15 17 0,3-11 0,9 3 0,9-2 0,12 6 0,7-1 0,6 3 0,-1-1 0,1 0 0,-2-1 0,0-2 0,-2 2 0,-7-6 0,-10-2 0,-12-4 0,-7-3 0,-9-2 0,-8-2 0,-4-1 0,-2-1 0,-2 0 0,-1 0 0,-1 0 0,-1 0 0,-1-1 0,-4 1 0,-17 0 0,-1 0 0,-17 2 0,2 7 0,-10 7 0,-9 11 0,0 8 0,1 0 0,4 0 0,2-1 0,5-4 0,1 0 0,3-4 0,4-6 0,1-4 0,6-7 0,4-4 0,3-4 0,4-4 0,2-2 0,0-1 0,-1-1 0,-2 3 0,-4 1 0,-10 5 0,12-5 0,-3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45:36.0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0 472 24575,'69'0'0,"5"0"0,-16 0 0,6 0-492,11 0 0,5 0 0,13 0 0,4 0 164,-29 0 0,1 0 0,-2 0-164,28 0 0,-2 0 171,6 0 1,0 0 320,-3 0 0,0 0 0,-2 0 0,0 0 0,-3 0 0,-2 0 0,-2 0 0,-2 0 0,-2 0 0,-2 0 158,-9 0 1,-3 0-159,-8 0 0,-2 0 0,-8 0 0,-2 0 0,43 0 0,-3 0 0,-12 0 0,-10 0 983,-15 0-937,-7 0 937,-5 0 0,-7-2 0,-3-1-701,-4 0-282,-2-1 0,-4 1 0,-6 0 0,-2 1 0,-4 2 0,-1-6 0,-4-5 0,-8-3 0,-10-4 0,-8 3 0,-6-2 0,-3-3 0,0-1 0,0 1 0,1 1 0,1 3 0,3 0 0,-2-4 0,-1 1 0,-2-1 0,-3 0 0,2 2 0,-2-2 0,1 0 0,-2 0 0,-1-1 0,3 4 0,1 0 0,7 5 0,4 1 0,4 1 0,4 2 0,6 2 0,35 25 0,-11-7 0,29 20 0,-19-14 0,7 1 0,6 1 0,5-1 0,6 2 0,5 0 0,2 7 0,2 1 0,1-1 0,-3 0 0,-2-4 0,-11-2 0,-8-4 0,-7-2 0,-6-2 0,0-1 0,-4-1 0,-4-2 0,-1 0 0,-4-2 0,-2-1 0,-2 0 0,-3 0 0,-2 6 0,-1-4 0,1 3 0,-7-3 0,-1-3 0,-11 1 0,-3-1 0,-4 2 0,-7 3 0,-5 2 0,-7 2 0,-6 3 0,-3 0 0,-3 4 0,0 0 0,0 0 0,1 2 0,7-3 0,5 2 0,8-1 0,5-1 0,4-3 0,4-3 0,4-3 0,5-4 0,2 1 0,4-4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45:36.028"/>
    </inkml:context>
    <inkml:brush xml:id="br0">
      <inkml:brushProperty name="width" value="0.35" units="cm"/>
      <inkml:brushProperty name="height" value="0.35" units="cm"/>
      <inkml:brushProperty name="color" value="#AC008B"/>
    </inkml:brush>
  </inkml:definitions>
  <inkml:trace contextRef="#ctx0" brushRef="#br0">0 659 24575,'48'0'0,"17"0"0,33 0 0,-37 0 0,2 0 0,11 0 0,3 0 0,19 0 0,3 0-492,-1 0 0,1 0 164,-26 0 0,1 0 0,-1 0 0,-2 0 0,0 0 0,-1 0-110,30 0 0,0 0 110,-32 0 0,2 0 0,-2 0 234,26 0 1,-2 0-399,1 0 0,-3 0 401,-16 0 1,-3 0 90,-9 0 0,-2 0 0,-8 0 0,-2 0-235,27 0 235,-10 0 983,-17 0 0,-12 0 0,-13 0 0,-13 0 0,-26-17 0,-4 0-817,-31-28-166,-4-6 0,-9-8 0,-7-7 0,11 12 0,7 7 335,3 1-335,3 7 0,-2-4 0,3 3 0,5 4 0,8 7 0,5 6 0,6 6 0,4 4 0,4 3 0,4 4 0,30 38 0,-8-16 0,26 34 0,-16-26 0,5 5 0,2 0 0,1-2 0,2 2 0,-1-2 0,6 6 0,0 3 0,5 1 0,-1 0 0,0 0 0,3 0 0,-3-1 0,1 2 0,-4-2 0,-7-3 0,-2-2 0,-6-4 0,-4-3 0,-3-3 0,-6-7 0,-1 0 0,-1-3 0,-1 1 0,0 0 0,-1-4 0,1-1 0,0 0 0,-1-2 0,-1 1 0,-3 6 0,-2-3 0,-6 3 0,-2-4 0,-6 1 0,-4 1 0,-1 0 0,-4 4 0,-4 4 0,-5 0 0,-7 1 0,-5 0 0,-6 2 0,-6 3 0,-4 1 0,-1 0 0,1-2 0,6-2 0,8-1 0,6 0 0,5 2 0,-29 38 0,34-37 0,-20 16 0,45-42 0,-1-7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9:20:49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5036 412 24575,'-31'0'0,"-18"0"0,-41-11 0,37 3 0,-4-3-2768,-18-4 0,-5-2 2768,-1-2 0,-2 1 0,-3 1 0,-1 2-2619,-10-1 1,0 2 2618,12 4 0,2 1 0,-5-1 0,-1 1 724,4 3 1,-1 0-725,-6 2 0,-2 0 0,27 2 0,-1 0 0,1 0-480,-26 1 1,2 0 479,4 1 0,3-1 0,12 1 0,1 0 0,0 0 0,-1 0 0,-2 0 0,0 0 0,2 0 0,0 0 485,1 0 1,0 0-486,1 0 0,0 0 0,-10 0 0,-1 0 0,5 0 0,0 0 0,-5 3 0,0 1 0,9 1 0,2 2 0,6 1 0,2 1 0,-2 2 0,1 0 2489,6 0 0,1 1-2489,2-1 0,1 2 0,-41 12 0,2 5 0,11 0 0,-1 4 0,8 1 0,12 0 0,-2 4 786,7 1-786,5 0 1592,5 0-1592,10-3 1277,7-1-1277,7 1 679,5-2-679,2 5 0,3 1 0,4 2 0,3 3 0,3 0 0,2 2 0,1 3 0,0 1 0,0 10 0,2 6 0,7 5 0,12 5 0,14 2-684,12 6 684,-20-42 0,1-1 0,1 0 0,1-1 0,0 0 0,2 0 0,1 0 0,2-1 0,3 1 0,2 0 0,3 2 0,1-1 0,-1-5 0,0-2 0,-1-2 0,1 0 0,4 1 0,-1-1 0,35 23 0,-35-27 0,1-1 0,-2-3 0,1-1 0,44 16 0,-38-18 0,2 0 0,-1-3 0,1 0-878,13 1 1,4-1 877,9 0 0,4 0 0,3-2 0,2 0-1104,8 0 0,0-1 1104,-1 0 0,2-2-822,-30-5 0,2-1 1,0 0 821,7 1 0,2-1 0,-1 0 0,2-1 0,1 0 0,0-1 0,1 0 0,0 0 0,0-1 0,-3-1 0,0 1 0,-1-2 0,-3 0 0,0 0 0,-1-1-429,-3-1 0,0 0 0,-1 0 429,-1-2 0,-1 1 0,0-1 0,0 0 0,-1 0 0,1 0 0,-1 1 0,0-1 0,-1 0 0,33-2 0,0-3 0,-33 1 0,1-3 0,-1 0 0,31-7 0,-1-3 0,0-3 0,-1-2 0,-5-2 0,0-2 0,-6 1 0,0-1-1608,-3 0 0,-2-2 1608,-5-1 0,-1-1 0,-3 0 0,-1 0 270,-3-2 1,-2-2-271,-1 0 0,0-1 0,-2-1 0,0-1 0,-2-3 0,-2-1 655,-7 4 1,-2 0-656,-5 1 0,-3 0 0,26-31 1504,-14 4-1504,-7-3 0,-15 2 0,-10 7 0,-8-12 0,-7 0 6054,-2-6-6054,-3-9 0,0 7 0,-9-6 0,-6 7 0,-15 4 0,-14-4 0,17 35 0,-4-1 0,-1 0 0,-3 1 676,-1 0 1,-4 2-677,-5-3 0,-2 2 0,-3 3 0,-2 0-108,-2-1 0,-1 0 108,-1 3 0,-1 0 0,-8-2 0,-3 0 0,-1 1 0,-2-1-942,-7-1 0,-3 0 942,-2 2 0,-3 3 0,-8 1 0,-2 2 0,30 10 0,0 0 0,-2 1 0,-4 0 0,-2 1 0,0 1 0,3 1 0,1 1 0,1 2 0,-22-3 0,1 3 0,-2 2 0,2 2 0,16 4 0,2 2 0,6 0 0,2 1 0,6 1 0,2 1 0,5 0 0,2-1 0,-36 1 0,12 0 0,23 0 0,20 0 0,10 2 0,11-2 0,5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9:20:37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4480 182 24575,'-36'0'0,"-8"0"0,-11 0 0,-16 0 0,-15 0 0,34 0 0,-2 0-959,-9 0 1,-2 0 958,-6 0 0,-2 0 0,-9 0 0,-1 0-770,-4 0 1,-1 0 769,-4 0 0,-2 0 0,-3 0 0,0 0-1074,-1 0 1,0 0 1073,31 0 0,0 0 0,0 0 0,0 0 0,-1 0 0,0 0 0,-32 0 0,1 0 0,4 0 0,0 0 0,6 0 0,1 0-592,6 0 1,2 0 591,3 0 0,2 0 0,3 2 0,1 2 0,1 4 0,2 1 148,6 2 0,1 1-148,2 2 0,2 3 0,2-1 0,1 1 0,2 1 0,2 2 1518,-41 20-1518,13-3 0,8 2 0,4-2 0,-4 5 0,4 3 0,8-1 2238,6-1-2238,4-1 1534,6-1-1534,4 1 1034,2 4-1034,6 0 0,3 0 0,6-6 166,4-2-166,2 1 0,1 0 0,2 4 0,1-1 0,4 1 0,3 0 0,1 9 0,2 0 0,0 3 0,1 3 0,5-3 0,7 5 0,8-2 0,7-3 0,2-2 0,2-3 0,7 3 0,4 2 0,7-1 0,5 1 0,6-6 0,6 2 0,9 0-417,-33-25 0,1 0 417,4 1 0,1-1 0,7 1 0,3-1 0,3 0 0,0-1 0,4-1 0,0-1-702,4-1 1,0-2 701,1 0 0,1-2 0,2-1 0,2-2 0,3-2 0,-1-1 0,1-1 0,-1-2 0,0-2 0,0-1 0,1-1 0,1-1-987,4-2 1,2 0 986,6-1 0,3-2 0,2-1 0,1-2 0,-31-1 0,1 0 0,0-1 0,0-3 0,0-1 0,0-1 0,0-1 0,-1 0 0,0-2 0,31-6 0,-2-1 0,-3 0 0,-2-2 0,-7 1 0,-3-2-607,-5-1 0,-3-2 607,-4 1 0,-2-2 0,-5 1 0,-4-1 179,-8 2 0,-2-1-179,32-25 0,-11-4 0,-12-2 0,2-3 0,-13 6 1186,-11 4-1186,-1-7 0,-6 5 2012,-1-4-2012,-2 3 1500,-4 8-1500,-1-5 368,-2 1-368,-2-1 0,-3-2 0,-1-4 0,-1-2 0,-4-4 0,-2 1 0,-3-2 0,-1 0 0,1 3 0,-1-9 0,-6 1 0,-10-5 0,-8-2 0,-7 12 0,-2 1 0,-2 8 0,-4 1 0,-7-2 0,0 3 0,-13-4 0,-1 8 0,-1 7 0,1 9 0,5 11 0,-5 1 0,-8 0 0,0 3 0,3 5 0,5 5 0,6 2 0,6 2 0,22 2 0,7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9:20:40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4097 207 24575,'-16'0'0,"-7"0"0,-13 0 0,-44-7 0,32 2 0,-4-3 0,-12-2 0,-3-2-904,1-1 1,2-1 903,10 1 0,1 0 0,-2 1 0,0 0 0,5 2 0,-1 1 0,-6 1 0,0 0 0,1 1 0,-1 0 0,-3 1 0,-1 0 0,1 1 0,-1 1 0,0 0 0,1 1 0,-2 2 0,0 0 0,3 0 0,-1 1 0,1 0 0,0 0 0,-1-1 0,0 1 0,0 0 0,0 0 0,1 0 0,1 0 0,0 0 0,0 0 0,2 0 0,1 0 0,2 0 0,0 0 0,0 0 0,-1 0-14,2-1 0,-1 2 14,2 0 0,0 2 0,-43 8 0,3 9 0,13 5 0,2 7 0,4 5 0,7 1 0,-2 6 0,4 1 0,3 0 442,3 2-442,4-3 0,1 0 0,3 1 0,2-3 0,2 4 0,3 1 902,2 2-902,2-1 491,2-2-491,3-3 0,3 0 0,3-1 0,4-4 0,5 1 0,3-4 0,3-1 0,2 1 0,2-4 0,3 3 0,3-3 0,2 0 0,0 3 0,0 3 0,8 6 0,11 7 0,20 2 0,19 2 0,16 5 0,-31-29 0,2 0-238,-2-2 0,1-1 238,2-1 0,1-2 0,0 0 0,2-2 0,1 0 0,2-1 0,6 0 0,3-1 0,10 0 0,2-3 0,8 0 0,3-3-2209,-16-6 0,2 0 0,0-2 2209,4 0 0,1-1 0,0-1 0,5-1 0,0-2 0,2 0-905,6 0 0,2 0 0,0-2 905,2 0 0,2-2 0,2 0 0,-17-1 0,2 0 0,1-1 0,0 0 0,4-1 0,1-1 0,0 1 0,-1-1 0,-3-1 0,-1 1 0,-1-1 0,1 1 0,-3 0 0,0 1 0,0 0 0,-2 0 0,21-3 0,-1 1 0,-3 0 0,-6 0 0,-2 0 0,-1 1-401,-6 0 1,-2 0-1,-2 0 401,18-3 0,-4 0-149,-14 2 0,-5 0 149,-13 1 0,-3-1 2268,-3-1 1,-2-1-2269,23-9 3489,-21-3-3489,-13-4 2183,-10-3-2183,-2-4 1106,-3-6-1106,-3-1 3,-1-2-3,-4 1 0,-2-1 0,-2 1 0,-3 3 0,-3 3 0,-3-2 0,-7-1 0,-8-5 0,-15-3 0,-16-3 0,-11-2 0,-13-6-744,-6-3 744,32 29 0,-2-1 0,-5-2 0,-2 0 0,-1-1 0,-2 0 0,2 2 0,0 1 0,1 0 0,-2 0 0,0-1 0,-2 0-661,-2-2 1,-2 0 660,-5-3 0,1-1 0,5 4 0,1 1 0,4 2 0,2 2-209,4 3 0,1 1 209,-37-20 0,6 8 0,13 12 0,17 10 678,12 9-678,12 5 0,12 1 0,4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9:21:49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14469 263 24575,'-46'0'0,"-15"0"-7097,-13 0 7097,1 0 0,-12 0 0,17 0 0,-5 0 0,-3 0 0,5 0 0,-3 0 0,-3 0 0,-1 0-1015,-16 0 1,-2 0 0,-3 0 0,0 0 1014,18 0 0,0 0 0,0 0 0,-1 0 0,-1 0 0,-5 0 0,0 0 0,0 0 0,-1 0 0,-1 0 0,-2 0 0,0 0 0,-1 0 0,0 0 0,-1 0 0,-4 0 0,-1 0 0,0 0 0,-1 0 0,0 0 0,17 0 0,-1 0 0,1 0 0,-1 0 0,0 0 0,0 0-289,-3 0 0,0 0 0,0 0 0,0 0 0,0 0 0,0 0 289,1 0 0,1 0 0,0 0 0,0 0 0,1 0 0,0 0-503,-15 0 0,1 0 0,0 0 0,-1 0 0,0 0 503,14-1 0,0 1 0,-1-1 0,0 0 0,0 0 0,1-1 0,0 1 0,0-1 0,0 0 0,0 0 0,0 0 0,0-1 0,1-1 0,-1 0 0,1-1 0,0 0 0,0 0 0,0-1-176,-15-1 1,1-1 0,0-1 0,1 0 0,0 0 175,6 0 0,0 0 0,1-1 0,1 0 0,0 1 139,2 0 1,1-1 0,0 1-1,1 0 1,1 1-140,-16-1 0,1 2 0,1 1 0,1-1 0,7 2 0,0 0 0,1 0 0,2 1 0,8 1 0,2 0 0,0 1 0,2 0 0,-19-1 0,2 2 0,0-1 0,3 0 0,1 0 0,0 1 0,0 1 0,1 0 0,0 0 0,-2-1 0,0 1 0,0 0 573,4 0 1,1 0 0,1 0-574,4 0 0,1 0 0,1 0 0,2 1 0,1 0 0,1 1 0,-1 0 0,2 1 0,-1 0 0,1 1 0,1 0 0,0 1 699,0-1 1,1 1 0,1-1-700,0-1 0,1 0 0,1-1 0,-33 1 0,2-2 0,2-1 0,2 0 0,2 1 0,1-2 0,1-2 0,2-1 0,2-1 0,1-2 1772,5-1 0,1 0-1772,6-1 0,1 2 0,7 3 0,1 1 0,5 1 0,1 1 1403,3 0 1,2 2-1404,-38-1 0,3 0 0,10 2 0,5 6 1607,-10 10-1607,12 3 0,-2 2 0,8-1 0,13-5 2256,-2 1-2256,5-2 1197,-3 1-1197,3 0 350,2 3-350,6-1 0,6-2 0,5 0 0,10-4 0,5-1 0,8-1 0,4-3 0,3-1 0,2-2 0,-1-2 0,-3 0 0,-5-1 0,-6-1 0,-4-1 0,-4 0 0,1 0 0,1 0 0,1 0 0,4 0 0,1 0 0,7 1 0,2 3 0,2 2 0,2 1 0,0 1 0,2 0 0,0 1 0,2 4 0,2 2 0,1 4 0,1 4 0,0 5 0,-1 10 0,-2 10 0,-2 12 0,2 15 0,-1 18-598,-2-40 0,0 3 598,-1 7 0,1 2 0,-2 7 0,0 1 0,0-3 0,0 1 0,0 1 0,0 0 0,0-1 0,0-1 0,0 0 0,0-2 0,0 0 0,0-1 0,0-1 0,0 0 0,0-4 0,0 0 0,0 4 0,0 1 0,-1 0 0,-1-1 0,0-6 0,-1 0-325,0-1 0,-1-2 325,0-4 0,1 0 0,1 11 0,0 1 0,1-1 0,0 0 0,1 0 0,0-1 0,-1-8 0,1 0 0,0 43 0,0-4 0,0 0 0,0-7 0,0-16 0,0-2 0,0-14 0,0 4 0,0-3 1155,0 0-1155,0 0 0,0 2 0,0-4 691,0-6-691,0-6 0,0-9 0,2-3 0,2-6 0,2-6 0,2-5 0,0-3 0,0-1 0,0-1 0,-1-2 0,5-2 0,9 0 0,12 1 0,16 1 0,19 2 0,23 1-973,-33-3 0,5 0 973,20 1 0,7 1-968,-22-3 0,2-1 0,1 0 968,9 0 0,1-1 0,0-1 0,-7 0 0,0-1 0,-2 0 0,25 0 0,3-2-1726,-15 1 0,3 0 1,1 0 1725,0 0 0,1 0 0,1 0 0,-13 1 0,1-1 0,1 0 0,0-1-589,1 1 0,0-2 0,-1 1 0,0-2 589,-5-1 0,0-1 0,-1 0 0,3-2 0,9 0 0,2-2 0,2-1 0,4-1-423,-6 0 0,2-1 1,3-1-1,1 0 1,2-1 422,-9 2 0,1 0 0,1-1 0,2 0 0,1 0 0,1 0-177,-7 0 0,2 1 0,1 0 0,0-1 0,2 1 0,-1-1 0,1 1 177,4 0 0,0 0 0,2-1 0,-1 1 0,1 0 0,-1 1 0,0-1 0,0 1 0,-1 0 0,1 0 0,-1 1 0,0 0 0,0 0 0,-1 0 0,-3 2 0,0-1 0,-1 1 0,0 0 0,0 0 0,-1 1 0,0 0-109,11-1 1,-1 0 0,0 1 0,-1-1 0,0 1 0,0 1 108,-1-1 0,0 1 0,0-1 0,0 1 0,0 0 0,0 1 0,0-1 0,0 0 0,0 1 0,1 0 0,-1 0 0,0 0 0,2 0 0,1 0 0,0 0 0,-1 0 0,-1 0 0,-2 1 0,-10 1 0,-1 0 0,-1 0 0,-1 1 0,0-1 0,-2 1 0,9-1 0,-1 0 0,-2 0 0,-1 1 0,-2 0 50,8-1 0,-3 2 0,-1-1 0,0 0-50,-4 0 0,-1-1 0,0 0 0,0 0 204,0 1 0,0-1 0,-2 0 0,0 1-204,16 0 0,-2 0 0,-2 0 0,-6-1 0,-1 0 0,-2 0 0,-7 1 0,-2 1 0,-1-1 0,-5 0 0,-2-1 0,-1 0 1027,25 0 0,-3-1-1027,-4 0 0,-3 0 0,-7 0 0,-1 0 0,0 1 0,1 1 0,0 0 0,1 0 0,-1 4 0,1 3 1299,3 3 1,1 5-1300,-3 4 0,-2 4 0,-9 2 0,-3 4 2078,-3 2 0,-5 0-2078,24 17 3575,-24-16-3575,-8-14 0,-15-16 1168,12 0-1168,8-2 0,44-7 0,-41 3 0,1 0 0,1-1 0,-1-1 908,-2 2 0,-4 0-908,10-2 0,-8 2 0,-10 2 0,-13 0 0,-7 2 0,-6-2 0,-5-1 0,-2-1 0,-3-2 0,4 2 0,5 0 0,4 2 0,3-1 0,-2 1 0,-2-1 0,0 1 0,-2 2 0,-3-2 0,-2 0 0,-4-2 0,-2-2 0,-2 1 0,-2 0 0,0 0 0,0-2 0,0 0 0,0-2 0,0-3 0,0 2 0,0-4 0,0-3 0,0-7 0,0-8 0,-3-16 0,0-12 0,-3-16 0,-3-12 0,5 37 0,-2-2 0,-1-4 0,-2-2 0,0-9 0,-1-1-825,1-4 1,-1 0 824,-1-2 0,1-1 0,-1-4 0,1 0 0,0 3 0,1 0 0,-1-6 0,0 0-948,2-1 0,0 0 948,-1 0 0,1-1 0,2 0 0,-1 0 0,1 4 0,1-1 0,-1 0 0,0 0 0,1 0 0,1 0 0,-2 3 0,0 1-425,2 9 0,0 2 425,1 7 0,-1 2 0,0 6 0,0 2-171,-3-43 171,0 3 0,1 17 1393,0 12-1393,1 16 1938,-1 11-1938,4 10 1017,-1 8-1017,3 5 54,0 6 1,0 4-1,0 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3:53.8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10350 469 24575,'-98'0'0,"35"0"0,-8 0-328,-8 0 0,-10 0 0,-7 0 131,22 0 0,-4 0 1,-3 0-1,-3 0 0,-1 0 33,2 0 0,-2 0 0,-2 0 0,-2 0 0,-2 0 0,-2 0 23,1 0 1,-2 0-1,-2 0 1,-1 0-1,-2 0 1,0 0-1,0 0 18,7 0 0,-1 0 0,0 0 0,-1 0 0,-1 0 0,0 0 0,0 0 0,-1 0 13,7 0 1,0 0 0,-1 0 0,0 0-1,0 0 1,-1 0 0,0 0 0,-1 0-1,1 0 0,-4 0 1,-1 0 0,-1 0 0,1 0-1,-1 0 1,1 0 0,0 0 0,2 0-1,1 0-13,-3 0 0,2 0 0,0 0 0,1 0 0,1 0 0,0 0 0,0 0 0,1 0-18,-8 0 1,0 0-1,1 0 1,0 0-1,1 0 1,0 0-1,1 0 0,5 0 1,-1 0-1,2 0 1,0 0-1,0 0 1,1 0-1,1 0-23,-11 0 0,2 0 0,0 0 0,1 0 0,0 0 0,1 0 0,4 0 0,0 0 0,1 0 0,0 0 0,3 0 0,2 0-33,-4 0 0,2 0 1,1 0-1,3 0 0,1 0-49,-9 0 0,2 0 0,3 0 0,3 0 1,-5 0 0,5 0 0,1 0 245,2 0 0,1 0 0,4 0 0,-19 0 0,6 0 491,18 0 1,3 0-1,-1 0 1,2 0-1,12 0 1,4 0 491,-33 0 0,20 0 0,17 0 0,7 0 0,13 0 0,8 0 0,4 0 0,7 2 0,1 6 0,4 8 0,2 13-234,0 23-749,0 35 0,-2-22 0,-3 8-328,-1-8 0,-2 3 0,0 4 0,-3 14 0,-1 4 0,-1 3 82,1-13 0,-2 3 0,-1 2 0,0 1 49,2-9 0,0 2 1,-1 0-1,0 2 0,1 1 0,-2 5 0,0 2 1,0 1-1,0-1 0,0 0 0,0-3 0,1-1 1,0 0-1,0 0 0,0 0 0,1-3 0,1 0 1,1 0-1,-1 0 0,1-1-49,-3 15 0,1 0 0,1-1 0,0-1 0,2-7 0,1 0 0,1-1 0,0-2 0,0-5 0,1 0 0,0-3 0,2-1-82,-1 11 0,1-2 0,2-5-164,1 15 0,1-6 983,0-14 1,1-4-437,0-4 0,-1-4-55,1 32 983,0-22 0,0-22 0,0-16 0,0-12 0,0-7 0,0-5 0,2-1 0,0 0 0,2 0 0,2-2-98,1 1-885,2-5 0,2 2 0,3-5 0,6 0 0,9 0 0,12 0 0,10 0 0,17 0 0,31 0-492,-34 0 0,6 0 0,15-1 0,13-3 246,-15-2 0,11-3 0,4-1 0,-4 1 0,-11 1 0,-3-1 0,3 1 0,6-2 82,-7 0 0,5 0 0,4-2 0,2 1 0,-1 0 0,-2 0 0,-7 1 0,-1 1 0,0 0 0,0-1 0,3 1 0,3 0 23,4-1 1,3 1-1,3-1 1,2 0-1,0 0 1,0 1-1,1 0 18,-11 1 0,1 0 0,1 0 0,0 0 0,0 0 0,0 1 0,-1-1 0,0 2 0,-2-1 0,-1 1 0,0-1 0,0 1 0,-1 1 0,1-1 0,-1 1 0,0 0-18,12 0 1,0 0-1,0 0 1,-1 1-1,0 0 1,-1 1-1,-1 0 0,-6 0 1,-2 2-1,-1 0 1,1 0-1,-1 0 1,1 0-1,1 1 0,5-1 1,0 0-1,2 1 1,-1 0-1,1-1 1,1 1-1,-1 0 18,-10-1 0,1 1 0,1 0 0,0 0 0,-1-1 0,0 1 0,-2 0 0,0 0-18,4 1 1,-1-1-1,0 0 1,-2 0-1,0 1 1,-2 0-1,0-1-23,5 1 0,-1 1 0,-1-1 0,-2 0 0,0 1 0,-3 0-33,7 1 0,-1-1 1,-2 1-1,-2 1 0,-1-1 205,10 2 0,-1 0 1,-3 0-1,-1 0-8,-7 0 0,-2 0 0,-1 0 0,-2 1 0,15 0 0,-2 1 0,-4 0 0,-14 0 0,-3-1 0,-2 0 0,19 1 0,-5 0 491,-9-1 1,-5-2 491,25-1 0,-18-2 0,-27-1 0,-5 0 0,-11 0 0,-4 0 0,-6 0 0,-3 0 0,-3 0 0,-3 0 0,-1 0 0,-2 0 0,1 0 0,-1 0-17,-2-12-966,-3-2 0,-1-13 0,-6 4 0,-5-9 0,-5-10 0,-6-20 0,6 12 0,1-5-492,-2-6 0,1-4 66,-2-19 0,-2-5 98,5 19 0,-1-3 0,0-2 0,-1-11 0,0-2 0,0-5 82,1 11 0,-1-2 0,1-3 0,-1-1 0,-1-7 0,1-2 0,-1-1 0,1 0 0,1 2 0,0 0 0,0 0 0,1 0 0,0 2 0,0 0 0,1 1 0,1 0 0,1 3 0,0 1 0,1 0 0,1 1 0,0 4 0,0 2 0,1-1 0,0 0 0,0-2 0,0 1 0,1-1 0,1 2 0,0 6 0,0 0 0,1 2 0,0 2 87,0-11 1,0 4 0,1 1 158,1 10 0,0 2 0,1 2 209,-1-15 1,1 3-210,-1 12 0,1 3 0,0 4 0,0 2 983,0-35 0,0 19-913,0 18 913,-1 13 0,1 13 0,0 8 0,0 7-656,2 4 1,0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5:03.462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3124 79 24575,'-40'0'0,"-2"0"0,-2 0 0,-9 0 0,0 0 0,-5 0 0,-1 0 0,2 0 0,0 0 0,-9 0 0,0 0 0,-21 0 0,2 2-984,-2 4 0,9 3 0,13 6 0,-12-1 0,10-1 0,-10 5 104,0 1 880,4 5 0,-1-1 0,-10 5 0,34-11 0,-2 2 0,-3 1 0,0 0 0,-1 0 0,1 1 0,0 0 0,1 0 0,-39 15 983,7 0 0,2-1 0,15-5 0,-2 3 0,4 0-228,5-1-755,4 1 0,8-3 0,1 1 0,3 2 0,7 0 0,3 2 983,5 2-852,-2 4-131,3 1 0,-1 3 0,5-1 0,2 0 0,0 3 0,1 0 0,2 4 0,0 0 0,3 4 0,3 0 0,0 0 0,3 0 0,2-3 0,1 2 0,3-3 0,3 1 0,0 2 0,3-3 0,0 4 0,0-3 0,0-3 0,0 9 0,1-6 0,6 1 0,5-3 0,6-8 0,6 4 0,5 7 0,2-2 0,5-2 0,1-3 0,4-5 0,8 4 0,-1-1 0,2-3 0,-1 2 0,1-1 0,4 0 0,5 1 0,-2-3 0,10 3 0,2-1 0,0-1 0,1-1 0,-5-3 0,4-1 0,0 0 0,4-3 0,-4 0 0,1 0 0,2-3 0,-2-4 0,0-3 0,-2 0 0,-5-4 0,4 0 0,10 1 0,-4-3 0,0 0 0,0-1 0,-7-4 0,11 2 0,-1-1 0,2-3 0,3 0 0,-1-3 0,0-1 0,15 0 0,0-2 0,4 1 0,0-1-472,-8 0 472,2-1 0,-43-1 0,0 0 0,2 0 0,0 0 0,47 3 0,-45-3 0,2-1 0,1 0 0,1-1 0,-3 1 0,0-1 0,0 0 0,-2 0 0,44 0 0,-17 0 0,4 0 0,1 0 0,5 0 0,1 0 0,9 0 0,0 0 0,-1-3 0,-46 1 0,0-2 0,-2-1 0,-1 0 0,2-2 0,-1 0 0,1-1 0,0-1 0,0 0 0,0-1 0,-1 1 0,0 0 0,0-1 0,0 2 0,41-7 0,-7 1 0,-5 0 0,-3 0 0,3 0 0,-4 1 0,-7-3 0,-9 0 0,-1-2 0,-4-3 472,-2-2-472,2-1 0,-2-1 0,-2 1 0,4-3 0,-4-1 0,0 1 0,0 0 0,-7 1 0,-1-1 0,-2-2 0,-3 0 0,-1 0 0,-3-2 0,0-1 0,2-7 0,-3 3 0,-1-2 0,4-7 0,-3 2 0,4-10 0,-5 3 0,-6 6 0,-1-7 0,-8 8 0,-2-4 0,-2 2 0,-3 2 0,0-4 0,-3-4 0,-3-1 0,-4 1 0,1 1 0,-1 3 0,0 2 0,0 0 0,0 1 0,0 2 0,0 0 0,0-3 0,-5-3 0,-6-8 0,-10-5 0,-11-8 0,-5-9 0,-3 3 0,-1-1 0,0 1 0,4 9 0,-1-2 0,-2 9 0,-1 8 0,-2 2 0,4 12 0,4 7 0,-1 5 0,-1 5 0,-4-1 0,-2 1 0,-4-1 0,-12-3 0,-2-1 0,-3-4 0,1 1 0,3-1 0,-3 1 0,3 4 0,0 2 0,1 0 0,-1 1 0,-7 1 0,-7 0 0,-3 2 0,0-2 0,0 2 0,2 1 0,-3-1 0,-4 2 0,0-1 0,0 3 0,-1 0 0,1-3 0,-1 0 0,1 0 0,-1 0 0,-1-1 0,5 1 0,5 0 0,4 1 0,5 2 0,2 1 0,-1 1 0,3-1 0,1 3 0,1 2 0,6 2 0,-2 0 0,3-1 0,0-1 0,1 2 0,3-1 0,2 1 0,1 0 0,4 0 0,4 0 0,1 0 0,3 1 0,0-1 0,0 3 0,4 1 0,1 2 0,-1-3 0,2 0 0,-2 0 0,2 1 0,4 2 0,-2 0 0,2 0 0,-1 0 0,-1 0 0,2 0 0,0 0 0,-5 0 0,3 0 0,-4 0 0,0 0 0,4 0 0,-8 0 0,3 0 0,-6 0 0,3 0 0,4 0 0,-3 0 0,3 0 0,0 0 0,2 0 0,4 0 0,6 0 0,4 0 0,7 0 0,2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5:51.578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5461 295 24575,'-38'0'0,"0"0"0,-8 0 0,-7 0 0,-12 0 0,-13 0 0,-10 0-970,-9 0 970,44 0 0,-1 0 0,0 0 0,0 0 0,0 0 0,0 0 0,-2 0 0,0 0 0,2 0 0,0 0 0,-2 0 0,-1 0 0,0 0 0,1 0 0,1 0 0,2 0 0,-38 0 0,6 0 0,0 0 0,9 0 0,-8 0 0,6 0 238,0 0-238,-8 0 0,0 0 0,6 0 0,2 3 0,1 0 0,3 2 0,-3 1 0,4-2 0,-2 2 0,-1 0 0,-10 4 0,0 3 0,1 0 0,1 1 0,7-1 0,-5 1 0,-1 0 0,2-1 0,7 1 0,4-1 0,5-1 0,0 1 732,3-2-732,4-2 0,4 0 0,2-2 0,-3 2 0,0-1 0,-1 2 0,-2 2 0,-2 0 0,-1 1 0,1 0 0,0-1 0,-1 1 0,1-1 0,0 1 0,5-1 0,4 0 0,0 0 0,5-1 0,-1 1 0,3-1 0,1 1 0,4-1 0,3-1 0,-3 1 0,3 3 0,0 0 0,3 0 0,2 4 0,-5 1 0,2 3 0,-1 2 0,5-4 0,9 0 0,0 3 0,3 0 0,1 5 0,-2 3 0,3 2 0,1 4 0,1 1 0,2 4 0,1 4 0,2 0 0,2 2 0,2-1 0,2 5 0,2-1-984,0 0 0,1-1 0,0-3 0,0 4 0,0-2 0,0 1 104,0-3 880,0-1 983,0 1 0,2 0 0,4 1 0,4-1 0,7 1 0,0-2-97,3 1-886,0 0 0,0-3 0,1 0 0,-2-4 0,0-1 0,1 1 0,3-2 0,-1 2 0,1-3 0,-1 0 0,0-1 0,0-4 0,3 2 0,1 2 0,2-1 0,3 0 0,4 0 0,4-3 0,3 2 0,-1-5 0,2 0 0,14 6 0,3 0 0,1-2 0,1-2 0,1-4 0,10 3 0,14 2 0,7 1-492,-42-16 0,2 0 100,3 0 0,2 1 392,2-1 0,1 1 0,3-2 0,-1 0-231,-4 0 0,1 0 231,1-1 0,-1 0 0,-3-1 0,-1 0 0,-4-1 0,-1 0 0,7-1 0,-1 0 0,-6-2 0,-1 0 0,4-1 0,0 1 0,0-2 0,-1 0 0,-3-1 0,-1 0 0,4 0 0,0-1 0,-2-2 0,0 0 0,1-1 0,1-2 0,2 0 0,1-1 0,2 2 0,0 0 0,1 0 0,-1 0 0,-5 0 0,0 0 0,45 4 0,-5-2 0,1 1 0,-44-4 0,0 1 0,48 1 0,-5 1 0,-5 0 0,-6-1 0,-3-3 0,-1 0 0,-1 0 0,1 0 0,-1 0 0,0 0 0,-1 0 0,1 0 0,-1 0 0,0 0 0,-5 0 0,-3 0 983,2 0-242,-3 0-741,1 0 0,-6 0 0,4 0 0,1 0 506,1 0-506,2 0 0,-8 0 0,-5 0 0,-3 0 0,0 0 0,1 0 0,6 0 0,-2 0 0,5 0 0,-3 0 0,5 0 0,7-3 0,-8 0 0,6-3 0,-3 0 0,18-1 0,2-1 0,-4 3 0,2 2 0,-10 0 0,12-1 0,7-3-583,-8 0 583,9-1 0,-46 3 0,1-1 0,-1 2 0,1-1 0,2 0 0,-1-1 0,39-2 0,-1 1 0,-2-1 0,-4 1 0,0-3 0,-3 3 0,-4-3 0,-4 0 0,-3 0 0,-6-3 0,0-2 0,-4-2 0,-6-1 0,0-3 583,-3-1-583,0-2 0,-2 0 0,-3 1 0,1-4 0,0-4 0,-2 0 0,-1-3 0,1 1 0,1-4 0,3-5 0,1 1 0,-4 0 0,-4 5 0,-4-4 0,-3 1 0,-3-3 0,-4 3 0,-3 3 0,-4 1 0,3-1 0,0-5 0,1-1 0,-4 3 0,-1 2 0,-1-1 0,-2-3 0,2-10 0,-4 3 0,-2-3 0,-4 2 0,-4 4 0,-3 0 0,-2 5 0,0 3 0,-1 5 0,0 6 0,0 4 0,0 4 0,0 1 0,0 1 0,-3 0 0,-2-6 0,-3-5 0,-5-9 0,-2-5 0,-3-4 0,-2-2 0,-1 0 0,-3 0 0,1 3 0,0 1 0,-2 3 0,-4 2 0,-4 1 0,-9-6 0,-7-5 0,-11-7-492,23 22 0,-1-1-217,-38-29 709,26 23 0,-4-2 0,-3-5 0,-1 1 0,5 5 0,0 1 0,0 0 0,2 1 0,9 8 0,1 1 0,-39-25-492,34 25 0,0-1 459,3 3 0,0 1 33,-38-22 0,8 8 0,5 6 0,5 4 0,5 4 983,4 4-368,5 4 368,-2 0-821,-1 3-162,0 0 0,1-2 0,0 3 0,-1-3 0,-3 0 0,-1 0 0,1-1 0,-1 3 0,0 1 0,1 2 0,-1 1 0,-4-1 0,-8 0 0,-10 2 0,2 1 0,-2 3 0,5 0 0,-2-2 0,-7 1 0,3-2 0,1 4 0,5-1 0,0 0 0,0 4 0,6 0 0,3 3 0,8-1 0,1 1 0,-1 0 0,5 0 0,0 0 0,8 0 0,0 0 0,0 0 0,3 0 0,-3 0 0,3 0 0,0 0 0,1 3 0,-1 2 0,1 4 0,2 2 0,3-1 0,2-2 0,-2-1 0,-4 0 0,-2 2 0,-2 1 0,-1-1 0,-1 0 0,-3 0 0,0-2 0,-1 1 0,4-1 0,0-1 0,0 0 0,0 0 0,-3 0 0,0-1 0,-3 2 0,1-2 0,4 1 0,4-2 0,8-2 0,5 1 0,13-3 0,6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4:54.775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6727 0 24575,'-93'0'0,"0"0"0,0 0 0,0 0 0,0 0 0,-4 0 0,3 0 0,3 0 0,5 0 0,-3 0 0,4 0 0,5 0-492,-13 0 0,4 0 0,-3 0 0,1 0 0,-3 0 0,1 0 0,5 0 0,1 0 374,2 0 0,2 0-273,-1 0 0,2 0 391,4 0 0,1 0 0,-4 0 0,0 0 0,1 0 0,-1 0 0,3 0 0,1 0 0,0 0 0,0 0 0,0 0 0,0 0 0,-6 0 0,-1 0 0,-8 0 0,1 0 0,5 0 0,3 0 0,7 0 0,3 0 227,10 1 1,3 1-228,7 0 0,0 2 0,-9 2 0,-1 2 0,-1 3 0,0 1 0,-2 1 0,0 2 0,7 0 0,1 0 0,5 2 0,1-1 0,2 1 0,1 0 0,-2 1 0,0 1 0,-4 1 0,1 0 0,6-1 0,0-1 0,-1 3 0,0 0 0,-38 17 0,2-1 0,-4 5 0,14-2 0,-5 4-256,5 0 256,3-1 0,2 0 0,4 0 0,3 2 0,1 0 0,3 1 0,1 3 0,2-3 983,5-1-69,-3-1 69,2-1-234,-2 3-749,0 0 798,6 1-798,-1 0 0,4 2 0,3 1 328,3 1-328,7-2 0,6-2 0,4 1 0,4-2 0,3 4 0,3 2 0,2 0 0,3 0 0,4-1 0,3 5 0,0 0 0,0-1 0,0-1 0,0-2 0,0 3 0,6 3 0,6-2 0,6-3 0,9-4 0,2-1 0,7 2 0,9 10 0,4 0 0,5-2 0,7 2 0,-3-9 0,5 1 0,-1-4 0,-2-3 0,6 2 0,3-3 0,1 0 0,3-5 0,7 2-511,3-2 511,6-1 0,3-4 0,-2-7 0,3-2 0,-44-13 0,0-1 0,46 14 0,-47-13 0,1 1 0,47 12 0,-47-12 0,0-1 0,46 10 0,-6-3 0,0-5 0,-3 1 0,7-1 0,-1 0 0,6 1 0,-6-1 0,-8-1 0,11-2 0,-3-2 0,-40-5 0,1-1 0,-1-1 0,0 0 0,43 1 0,3 1 0,-12 0 0,-6 0 0,3-1 0,0-3 0,8 0 0,4 0 0,2 0 0,2 0-984,-9 0 0,-8 0 120,-6 0 864,18 0 0,-43 0 0,-1 0 0,1-1 0,0-1 0,48-1 0,-8-3 0,8-2 0,-8 1-406,-5 0 406,6-1 0,-38 4 0,1 1 0,0-1 0,-1 0-492,1-2 0,-3 1-492,34-4 0,-12 0 469,3 2 515,-2 0 0,4-2 0,-8-1 0,-2 0 0,-3 1 322,-4 2-322,-2 0 983,7-2 0,0-1 0,9-3 0,-1 2 0,6-3 0,4 2-151,-3 0-832,3-2 0,-7 6 0,1-2 0,-5 1 0,-4-1 164,-8-3-164,-2 1 0,-4-1 0,-3-2 0,-2 0 0,-2-6 0,-1-4 0,3 0 0,2-5 0,3 1 0,4-3 0,-2 1 0,0 0 0,-2-4 0,-3 1 0,0-1 0,-8 2 0,-6 4 0,-6 3 0,0-5 0,-3 2 0,1-2 0,-2-2 0,-7 5 0,2-1 0,-4 0 0,-1-1 0,-2-2 0,0-1 0,0 0 0,-3-2 0,0-1 0,-2-3 0,-1-5 0,-1-5 0,-1-5 0,-2-1 0,-2-2 0,-2-1 0,-3 0 0,0-7 0,0-2 0,0-2 0,0-5 0,-3-5 0,-6-6 0,-8-2 0,-6 0 0,-3 11 0,-3 3 0,-4 4 0,-2 3 0,-4-2 0,0 3 0,0 3 0,1 4 0,3 8 0,2 8 0,1 3 0,-4 1 0,-4-2 0,-3 0 0,-3 0 0,-1 3 0,-4-1 0,1 3 0,4 1 0,1 5 0,5 2 0,3 2 0,3 5 0,2 1 0,1-1 0,-1 3 0,1-2 0,1 3 0,1 1 0,-1 3 0,-6 2 0,1 1 0,-1 1 0,0-1 0,0 1 0,-1 0 0,-2-1 0,-4-2 0,5-1 0,-2 1 0,4 0 0,0 0 0,-1 0 0,5 0 0,2 1 0,3 2 0,0 0 0,2 0 0,1 2 0,3 0 0,1 2 0,1 1 0,-1-1 0,3-1 0,2 2 0,0 0 0,3 3 0,2-2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0.2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0.7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2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24575,'0'23'0,"0"-3"0,3-5 0,6 2 0,4-2 0,3-2 0,0-2 0,1-1 0,-1-2 0,-1 2 0,3 1 0,3 1 0,3 1 0,6-1 0,0-1 0,-1 2 0,0 0 0,0 0 0,0 0 0,-1-5 0,1 0 0,-5-3 0,2-2 0,0 2 0,0-2 0,2 0 0,-4-1 0,-1-2 0,-3 1 0,-2-1 0,-1 0 0,0 0 0,-2 0 0,1-3 0,-1-1 0,0-3 0,-1-2 0,0 0 0,2-1 0,0 0 0,0-1 0,-1-1 0,-1-3 0,0 1 0,1 1 0,-1-1 0,-2 2 0,0 0 0,-5 1 0,-2 2 0,-3 0 0,-2 0 0,0 4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5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3021 525 24575,'-49'-37'0,"9"8"0,-9-4 0,6 5 0,0 0 0,-8-6 0,1 3 0,1 2 0,4 2 0,5 5 0,1-1 0,3 1 0,-4 2 0,-3 1 0,3 2 0,0 2 0,2 1 0,-2 3 0,-1 0 0,2-1 0,0 1 0,-1 0 0,0-1 0,1 3 0,5 2 0,0 2 0,-4 2 0,-7 1 0,-5 1 0,-4 1 0,-2-1 0,3 1 0,-1 0 0,2 0 0,1 0 0,-3 0 0,3 0 0,-2 0 0,0 2 0,2 3 0,5 3 0,-1 2 0,1 1 0,1 0 0,-4 2 0,1 1 0,0 1 0,0 2 0,0 1 0,3-1 0,2 0 0,3-3 0,2 2 0,2-1 0,3 1 0,0 0 0,0 0 0,1 3 0,1 0 0,2 2 0,0 3 0,1 0 0,0 3 0,1 4 0,2-3 0,0 1 0,1 0 0,2 4 0,0 3 0,2 1 0,1-2 0,3-3 0,3 0 0,-3 0 0,2 3 0,0 2 0,2-4 0,4 1 0,0 1 0,1 1 0,0 10 0,1-1 0,0 7 0,2-1 0,0 4 0,2-2 0,2-2 0,0 2 0,0-6 0,0 4 0,0-4 0,0-1 0,0 0 0,0-3 0,0-2 0,0-2 0,0-5 0,2 2 0,3-3 0,3 2 0,2-3 0,0 0 0,1 2 0,0-1 0,0 5 0,0-1 0,3-2 0,1-4 0,4-2 0,1-1 0,4 4 0,1-1 0,7 4 0,3-1 0,0-5 0,2 0 0,-4-8 0,-1-1 0,0-2 0,4 1 0,0-2 0,0 0 0,0-3 0,-1-4 0,2 1 0,-2-1 0,7 2 0,-3-2 0,3 1 0,4 0 0,-5-1 0,8 2 0,1-2 0,1-1 0,5-2 0,-8-1 0,0 0 0,-4 0 0,-1-1 0,1-1 0,-1-1 0,1-2 0,-4-1 0,5 0 0,-1 0 0,3 0 0,-2 0 0,1 0 0,0 0 0,-4 0 0,2 0 0,-6 0 0,8 0 0,5 0 0,-3 0 0,-2-2 0,-8-1 0,1-2 0,-2-3 0,-1 0 0,-3-3 0,-1 0 0,0 0 0,1 0 0,-1-2 0,-2-1 0,-1-2 0,-2 0 0,-4 1 0,-1-3 0,-2 1 0,0-3 0,3-3 0,0-1 0,1 0 0,0-2 0,-6 5 0,0-2 0,0 0 0,0 1 0,2-6 0,1 0 0,0-4 0,0 3 0,0-1 0,1 1 0,-1-1 0,-1-2 0,-1 2 0,-3 0 0,-1 1 0,-2 1 0,-2-1 0,2 2 0,0 0 0,0 1 0,-1 2 0,-1 1 0,-1-1 0,0 1 0,0-1 0,-2-1 0,0 2 0,-3-3 0,0 0 0,0 2 0,-2-2 0,1 0 0,-1-4 0,0-2 0,0-1 0,-1-2 0,2-2 0,-1-2 0,-1-4 0,-2-2 0,1-3 0,-1 4 0,0 1 0,0 3 0,0 3 0,0 2 0,0 3 0,0-1 0,0 4 0,0 0 0,0 3 0,0 0 0,0 0 0,0 3 0,0 0 0,0 5 0,-2 1 0,-2 0 0,-1 0 0,-1-1 0,-1 1 0,0 0 0,-2-1 0,-1-1 0,-1 0 0,-1-1 0,-4-2 0,1 2 0,-2-2 0,1 0 0,4 4 0,0 0 0,8 9 0,0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9.5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24575,'0'21'0,"0"4"0,0-2 0,0-1 0,0-1 0,0-6 0,0-2 0,0-2 0,0-2 0,0 0 0,0-1 0,0 1 0,0-1 0,0 1 0,0-1 0,0 1 0,0-1 0,0-1 0,1 1 0,3 0 0,4 0 0,4 0 0,1 1 0,3 0 0,0-1 0,2-1 0,-1-1 0,-2-3 0,-3 0 0,-3-3 0,1 0 0,-1 1 0,0-1 0,-4 0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20.6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264 1 24575,'0'21'0,"0"6"0,0-1 0,0 1 0,0-2 0,0-7 0,0-2 0,0 3 0,0-2 0,0-2 0,0-3 0,0-4 0,-2 0 0,-2-4 0,-5-1 0,-2-3 0,-3 0 0,-3 0 0,0 0 0,-6 0 0,0 2 0,0 1 0,0 0 0,4-1 0,-1 0 0,3 1 0,0-1 0,5 2 0,4-4 0,4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32.6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300 975 24575,'-32'0'0,"-2"-4"0,10-4 0,0-3 0,2-3 0,6 2 0,1-1 0,2-2 0,1 0 0,0 0 0,2 1 0,2 1 0,2-1 0,0 1 0,0-4 0,0-1 0,1 0 0,-3-4 0,1 3 0,-4-2 0,1-2 0,4 2 0,1-2 0,4-2 0,1 1 0,0 1 0,0-3 0,0 2 0,0-2 0,0 0 0,0-1 0,0 1 0,0 0 0,0-3 0,0 2 0,2-2 0,4 0 0,2 3 0,2 0 0,-2 3 0,-2 4 0,-1 0 0,-3-1 0,1 1 0,0-1 0,-1 1 0,0 1 0,0 2 0,0 3 0,1 3 0,0 1 0,-2 4 0,1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34.2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1294 24575,'30'0'0,"1"0"0,-5 0 0,3 0 0,0 0 0,0-5 0,-3-3 0,0-3 0,3-8 0,-1 2 0,-1-2 0,-1-5 0,-2 2 0,3-5 0,-1 1 0,-2 0 0,3-4 0,-1-1 0,4-5 0,-2 0 0,2-1 0,-1-4 0,-2 1 0,0-1 0,-3-2 0,0 2 0,-3-2 0,-1 3 0,-3 0 0,-2 0 0,0 0 0,-3-1 0,0 4 0,-1 0 0,-2 4 0,-1 0 0,-2 2 0,-2 1 0,-1 3 0,-1 2 0,1 2 0,0 2 0,-1 1 0,-2 0 0,0 0 0,0 0 0,0 2 0,0 3 0,0 1 0,0 2 0,0 0 0,0 0 0,0 7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8:38.63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0 24575,'0'75'0,"0"-4"-984,0-7 0,0-11 0,0 3 0,0 2 0,0-1 0,0 9 104,0 0 880,0 2 0,0 17 0,0-3 0,0 0 0,0 2 0,0-3 0,0 6 0,0-1 0,0-7 0,0-3 0,0 2 0,0-7 983,0-8 0,0-5-1967,0-2 2,0-5 982,0-2 0,5-3 0,5-5 0,10 6 0,5 1 0,5 3 983,6 2 0,2 0 0,6 1 0,3-2 0,2-3 0,3 0-97,-1-3-886,3-4 0,-1-4 0,3-4 0,4 1 0,0-3 0,13 4 0,1 0 0,4-1 0,0-3 0,2-2-535,6-3 535,6 2 0,-1-4 0,0 3 0,-2-2 0,-5-4 0,6-1 0,8-3 0,-4 0 0,-40-7 0,0 0 0,44 11 0,-12-5 0,10 0 0,-10-4 0,11-2 0,-44-5 0,0 0 0,2-2 0,0 0 0,2-1 0,0 0 0,2 1 0,1-1 0,0 0 0,0-1 0,2 0 0,0 1 0,-5-1 0,0-1 0,-4 0 0,0-1 0,-2 0 0,-1 0 0,45 0 0,4 0 0,-8 0 0,-10 0 0,-10 0 0,-9 3 0,-5-1 0,-6 1 0,-3 0 0,0-3 0,-3 1 535,0-1-535,-5 2 0,1 1 0,-1-1 0,0 1 0,3-3 0,-2 0 0,-1 0 0,-1 0 0,-2 0 0,-1 0 0,-3 0 0,-4 0 0,-2 0 0,-4 0 0,0 0 0,-4 0 0,1 0 0,-1 0 0,1 0 0,0 0 0,-1 0 0,1 0 0,-1 0 0,1 0 0,-1 0 0,-1 0 0,-5 0 0,-3 0 0,-2 0 0,4 0 0,-3 0 0,5 0 0,-6 0 0,1 0 0,0 0 0,0 0 0,0 0 0,3 0 0,-2 0 0,2 0 0,-3 0 0,0 0 0,3 0 0,-3 0 0,3 0 0,-3 0 0,0 0 0,0 0 0,0 0 0,0 0 0,0 0 0,0 0 0,0 0 0,0 0 0,-1 0 0,1 0 0,3 0 0,-4-2 0,-27-19 0,5 6 0,-27-17 0,16 12 0,-4-4 0,-6-4 0,-1-3 0,-1-4 0,-5-10 0,-1-4 0,-3-3 0,-6-9 0,5 6 0,-4-6 0,1-1 0,4 5 0,1 1 0,6 10 0,4 9 0,8 8 0,5 5 0,4 5 0,5 4 0,3 3 0,3 5 0,3 0 0,-1-1 0,26 35 0,-11-18 0,22 31 0,-15-24 0,-2 2 0,4 6 0,-2 0 0,3 1 0,1-1 0,-2-6 0,3 4 0,-2-1 0,3 2 0,3 1 0,0-3 0,0 1 0,0-2 0,-2 1 0,2 0 0,-2-1 0,1 0 0,0 0 0,-2 1 0,0-1 0,-2 0 0,0 1 0,-1-1 0,-2-3 0,-2-2 0,-2-4 0,-1-1 0,-2 0 0,-1-2 0,-3 1 0,-1 0 0,1 0 0,-1 0 0,3-1 0,-2 1 0,-1-3 0,0 2 0,1 1 0,1 0 0,1 2 0,-2-2 0,-1-1 0,-1 1 0,-1-3 0,0 4 0,-1-3 0,2 3 0,-4 2 0,5-5 0,-4 3 0,0 1 0,2-4 0,-2 5 0,1-4 0,-2 1 0,-1 3 0,1-3 0,-1 3 0,-5-3 0,-2 0 0,-3-2 0,-4 0 0,0-1 0,-1 2 0,-2 4 0,1 2 0,-5 4 0,-2 2 0,-3 3 0,-5 5 0,4 2 0,-4 7 0,-1 1 0,-1 1 0,0-3 0,8-6 0,3-4 0,2-2 0,0-2 0,2-6 0,3-2 0,3-3 0,1 0 0,4-2 0,0 0 0,0 0 0,-1 0 0,-1 0 0,0 0 0,1-1 0,-1 1 0,0 0 0,0-1 0,1 1 0,2 2 0,-1 1 0,1 0 0,-1-1 0,1-3 0,1-2 0,-2 1 0,3 0 0,-3 1 0,2-1 0,-3 1 0,3-3 0,-3 3 0,3 0 0,-1-1 0,0 2 0,1-3 0,-2 2 0,2 0 0,-1-2 0,0 4 0,-1-5 0,0 4 0,1-3 0,1 1 0,-2 2 0,2-2 0,-1 0 0,-1 3 0,2-5 0,-3 6 0,2-5 0,0 1 0,-1 2 0,1-2 0,-3-1 0,0 0 0,2 1 0,1 2 0,-1 0 0,0 0 0,-4 0 0,-1 0 0,2 0 0,-1 1 0,-1-3 0,-8-3 0,-35-2 0,31-2 0,-18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3.274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0 24575,'0'36'0,"0"10"0,0-1 0,0 13 0,0 7 0,0 0 0,0 3 0,0 21 0,0 5-492,0-38 0,0 4 0,0 9 0,0 1 444,0-7 1,0 0 47,0 9 0,0 1 0,0-5 0,0 0 0,0-1 0,0-1-6,0-4 0,0 0 6,0 0 0,0-1 0,0-4 0,0-1 0,0-4 0,0 0 0,0 1 0,0-1 0,0 41 0,0 2 0,0 0 0,0-3 0,0-35 0,0 0 0,0 29 0,0-33 0,0-1-984,0 23 0,0 2 0,0-5 0,0 0 0,0-11 827,0 4 525,0-2-368,0-5 0,0 2 983,0-4 0,0 0 0,0-5 0,0-6 0,0-2 0,0-4-97,0 1-886,0 0 0,0-1 0,0 2 0,0 1 0,0-3 0,0-1 0,0-5 0,0 0 0,0-1 0,0 0 0,0 3 0,0 1 0,0-3 0,0-1 0,0-4 0,0 1 0,0-2 0,0-2 0,0-4 0,0-3 0,0 0 0,0-3 0,0-3 0,0-2 0,0-1 0,0 0 0,0 2 0,0-2 0,0 2 0,0-2 0,0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5.215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6475 1 24575,'-46'0'0,"-7"2"0,-5 4 0,-27 3-492,33-4 0,-3 1 0,-12 0 0,-3-1 19,-7 2 1,-3-1 472,-7 1 0,-2 0-328,23-1 0,-1 0 0,-1 0 0,0 1 0,0 1 0,-2-1 211,-1 1 1,-2 0 0,1 0 116,-3 0 0,0 0 0,0 1 0,4 0 0,-1 0 0,2 0 0,-1-1 0,1 0 0,1 0-232,-30 2 1,2-1 231,8 1 0,3 0 0,9-2 0,3-1 0,5 0 0,2-1-381,5 1 0,0 0 381,0-2 0,0 0 0,-4 0 0,0-1 0,5 1 0,0-2 0,1 0 0,1-1-492,0-1 0,0-1 0,4 1 0,0-1 0,2 0 0,-1 0 678,-1 0 1,1 0-187,-40 0 0,41 0 0,0 0 0,-2 0 0,2 0 0,-37 0 0,-6 0 0,15 0 0,3 3 0,1 2 983,9 6-705,1 6-278,-1 2 0,0 3 691,3 0-691,7 0 983,2 2 0,-1 1 0,2 2 0,-2 2 0,2 3 0,-1 3 0,-2 1-782,4 2-201,3-4 0,1-1 0,4 0 0,-5 1 0,-4 4 0,-1 0 0,4-1 0,7-6 0,6-1 0,3-3 0,4-3 0,3-2 0,5-4 0,4 0 0,2 2 0,3-3 0,1 0 0,1 2 0,-3 2 0,0 2 0,0 2 0,-1-1 0,-2 2 0,0 1 0,0 0 0,1-1 0,-1-1 0,1-2 0,1-3 0,2-1 0,3-2 0,0-2 0,1-1 0,-1 0 0,1 1 0,0 0 0,2 0 0,0-2 0,-1 2 0,0 2 0,1 0 0,-2 1 0,0-1 0,-2 0 0,1 0 0,0 0 0,3-2 0,1-1 0,1-1 0,1 0 0,0 1 0,1-1 0,1-1 0,1 0 0,-1-2 0,1-1 0,-2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7.701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1 24575,'49'27'0,"3"0"0,5 9 0,24 14 0,-32-20 0,2 0 0,5 1 0,2 0-492,-1-1 0,-1-3 0,-8-5 0,-1-1-492,44 20 492,-44-20 0,2-1 0,5 1 0,1-1 0,3 1 0,1-1 0,1-3 0,0-1 245,-2-1 1,0-1 246,-3-1 0,2-1 0,4 2 0,1 0 0,0-3 0,1 0 0,1-1 0,1 0 0,-2-2 0,1-1 0,0-1 0,1 0 0,2 2 0,0 0 0,-3-1 0,-1 0 0,0 1 0,0-1 0,-1-1 0,0-1 0,2-1 0,0 0-430,7-1 1,0-1 429,3-1 0,-1-1 0,3 1 0,0-1 0,3 0 0,1 0 0,3 0 0,2 0 491,2 0 1,1 0-1,2 1 1,-1-2-1,2 0 1,0-2-1,-1 0 1,-1-2-332,-11 0 0,-2 0-160,-6-1 0,-3 0 0,-7 0 0,-2 1 0,41-4 0,-2-1-288,-12 4 288,-6 2 0,13 1 0,3 2 0,4 0 0,-1 1 0,-3 0 0,5 0 0,-6 0 0,1 0 0,-6 0 0,-5 3 0,2 3 0,-13 4 0,-5 3 0,-4 3 0,-4 4 739,4 4-739,4 6 0,0 4 0,0 2 0,-1 4 0,-2-3 0,2 3 0,-4 2 0,-1 1 983,-5-2-778,-4 0 778,-3-4 0,-4 2-958,-7-3 333,-5-3-358,-3-3 0,-3-2 0,1 3 0,-2 3 0,-1 0 0,-2 0 0,-2-1 0,0 0 0,1 4 0,-1 2 0,1 5 0,1 3 0,-1-1 0,-2-4 0,-1-4 0,-2 0 0,-3-3 0,-1 0 0,-2-1 0,0-8 0,-2-3 0,-2-4 0,-2-5 0,-4-2 0,-1-3 0,-1 0 0,2 0 0,0 0 0,1 0 0,-1 2 0,-2-2 0,0 2 0,0-2 0,0 0 0,0 0 0,0 0 0,0 0 0,1 3 0,1-3 0,1 2 0,-1-2 0,-2 0 0,0 3 0,0-3 0,0 3 0,0-4 0,0-1 0,1 8 0,1-2 0,1 2 0,-1-4 0,-2-2 0,0 0 0,0 0 0,0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27:59.92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9397 24575,'45'17'0,"5"3"0,15 10 0,-19-11 0,5 2 0,16 8 0,6 2-492,9 4 0,3 3 164,-18-8 0,2 2 0,1 1 0,7 4 0,1 1 0,1 2 0,6 1 0,0 2 0,1 1 0,0 0 0,-1 1 0,0 0 0,-3-1 0,-1-1 0,-2 2 0,-3-2 0,-3 0 0,-2 0 0,-10-6 0,-2-1 0,0 0 14,0 2 0,0 0 0,-4-1 314,15 9 0,-6-1-436,-10-6 1,-3-2 435,-4-2 0,-4-2 0,13 10 0,-15-13 983,-18-14 0,-9-7 0,-5-11 0,-4-9 0,-3-22 0,-2-35-492,1-1 1,3-13-820,7 5 0,5-8 0,6-8 164,-3 19 0,4-5 0,3-5 0,2-4 0,3-2 0,1-2 54,-3 13 1,1-2 0,2-2 0,2-3-1,1 0 1,1-2 0,1 0 0,0 0-1,0 0 11,-1 4 1,2 0 0,0-1-1,0 0 1,1-1 0,1 0-1,1-1 1,0-1 0,1 0-1,0-1 17,-3 7 0,1 0 0,0-1 0,1-1 0,0-1 0,1 0 0,0 0 0,0 0 0,1 0 0,0 0 0,0 0 0,1 0 0,0 0 0,1 0 0,0 0 0,0-1 0,1 1 0,0 0 0,1 0 0,-1 0 0,1 0 0,1-1 0,-1 1 0,1 0 6,-3 4 0,1 0 1,-1 1-1,1 0 0,0-1 1,1 1-1,-1-1 1,1 0-1,0 0 0,1 0 1,0 0-1,1-1 0,0 0 5,-1 1 1,1-1 0,1 0 0,0 0-1,0-1 1,1-1 0,0 1 0,0 0 0,1 1-1,-1 0 1,0 0 0,-1 2 0,0 0-1,0 2-11,3-5 0,0 0 0,-1 2 0,0 0 0,1 0 0,-1 2 0,0 0 0,-1 0 0,1 1 0,0 1 0,0 0 0,-1 1-8,2-2 1,0 0-1,0 1 1,1 1 0,-1 0-1,0 1 1,-1 1 0,0 0-1,0 2 1,-1 2-1,-1 1-33,8-12 0,1 2 0,-2 2 0,0 1 0,-1 2 0,-1 1 0,0 2 0,0 1-41,8-10 0,-1 2 0,0 2 0,-2 2 0,0 1 0,-1 2 96,3-6 0,-1 1 1,0 3-1,-2 2 1,-1 4 67,2 0 0,-2 5 0,0 2 0,-1 0 0,-3 3 0,1 0 0,-3 3 0,-2 4 0,23-19 0,-4 6 0,0 3 0,-4 5 983,13-2 0,-23 26 0,-11 12 0,-14 11 0,-8 5 0,-8 0-656,-7-3 1,-2-3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31:19.230"/>
    </inkml:context>
    <inkml:brush xml:id="br0">
      <inkml:brushProperty name="width" value="0.35" units="cm"/>
      <inkml:brushProperty name="height" value="0.35" units="cm"/>
      <inkml:brushProperty name="color" value="#FF0066"/>
    </inkml:brush>
  </inkml:definitions>
  <inkml:trace contextRef="#ctx0" brushRef="#br0">9 1253 24575,'-4'-75'0,"0"-13"0,4-8-492,4 41 0,2-3 0,4-4 0,4-1 387,5-1 0,6 1 105,4 0 0,4 3 0,5 0 0,4 4 0,6 4 0,4 4 0,3 2 0,4 4 0,6 2 0,5 6-492,7 2 0,3 5 0,6 6 0,4 4 164,-24 8 0,2 2 0,1 1 111,2 2 1,2 2 0,0 0 216,2 1 0,0 2 0,0-1 0,1 0 0,-1-1 0,0 2 0,0 2 0,0 1 0,-2 2 0,-6 1 0,-1 3 0,0 4 0,3 5 0,0 5 0,0 3 0,-1 7 0,0 3 0,-1 5 0,0 3 0,-1 4 0,-2 4-328,4 6 0,-1 5 0,-4 3 0,-5 3 0,-4 5 0,-2 3 82,-13-14 0,-1 3 0,-2 1 0,-2 3 0,-2 6 0,-2 2 0,-2 3 0,-2 1 0,-1 5 0,-2 1 0,-3 3 0,-2 0 0,-2 5 0,-2 2 0,-2 1 0,-2 0 0,-1 0 0,-2 0 0,-2 0 0,-1-2 206,-1-7 1,-2-2 0,-1-1 0,-3-2-134,-2-6 0,-1-1 0,-4-2 0,-4 0 173,-5 0 0,-5-1 0,-4 0 0,-2-3 0,-5-2 0,-3-1 0,-3-3 0,-2 0 0,0-3 0,-2-1 0,-2-2 0,-2-3 114,-15 12 1,-2-4 0,-1-6-115,8-15 0,-1-6 0,-1-2 327,1-4 1,0-2 0,-1-3-236,-32 12 1,1-5 398,13-9 1,2-3-1,7-5 1,2-3-233,3-4 1,2-3-260,9-2 0,1-2 0,0-1 0,2-2 983,-34 0 0,26-1 0,8 0 0,14 0 0,9 0 0,7 2 0,8 2 0,5 3 0,5 3-311,3 7-672,0 13 0,-1 22 0,1 36 0,2-25 0,0 5-492,0 17 0,1 4 0,0 5 0,-1 2 397,0-28 0,-1 0 0,0 1-233,-1 1 0,0 0 0,0 1 0,0-1 0,0 0 0,0 0 82,0 30 0,0-2-246,0-11 0,0-3 367,0-13 1,0-3-13,0-11 1,0-3 136,0 40 983,0-29-788,0-23 0,0-22 0,0-11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31:20.801"/>
    </inkml:context>
    <inkml:brush xml:id="br0">
      <inkml:brushProperty name="width" value="0.35" units="cm"/>
      <inkml:brushProperty name="height" value="0.35" units="cm"/>
      <inkml:brushProperty name="color" value="#FF0066"/>
    </inkml:brush>
  </inkml:definitions>
  <inkml:trace contextRef="#ctx0" brushRef="#br0">117 70 24575,'-9'35'0,"1"1"0,8-3 0,0 5 0,0-1 0,0-4 0,0-5 0,0-9 0,3-7 0,3-3 0,5-6 0,2-2 0,1-7 0,1-11 0,-1-13 0,1-12 0,-6-7 0,-2-3 0,-4 0 0,-3 9 0,1 11 0,-5 12 0,-3 11 0,-6 8 0,-10 16 0,-3 15 0,-4 12 0,5 7 0,6-2 0,7-6 0,6-8 0,4-10 0,2-8 0,4-6 0,9-5 0,5-2 0,6-4 0,-3-4 0,-5-8 0,-2-5 0,-5-9 0,-3 0 0,-3 2 0,-4 6 0,-6 8 0,-9 3 0,-7 5 0,-10 2 0,3 2 0,4-1 0,8 1 0,8 2 0,4 1 0,4 10 0,20-7 0,-1 4 0,16-10 0,-10 0 0,-1-6 0,-6-7 0,-3-5 0,-4-4 0,-4 2 0,-2 0 0,-3 3 0,-2 4 0,-7 5 0,-4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8:13.953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6007 24575,'43'19'0,"30"25"0,-30-13 0,3 5-492,14 11 0,2 3 0,-3 1 0,-1 0 0,-2 0 0,0 1 0,4 7 0,-1 2 299,-2 2 1,1 3 192,8 7 0,0 2 0,-10-9 0,-1-2 0,-4-5 0,-1-3 329,-7-9 1,-3-2-330,25 30 849,-6-8-849,-22-23 0,-9-13 0,-12-13 0,-8-5 983,-2-4 0,0-55-727,9-31-256,-4 0 0,2-10-328,-1 18 0,1-4 0,1-6 82,2-5 0,1-6 0,2-4 0,0-4 82,-3 19 0,0-2 0,1-4 0,1 0 0,0-2 0,-1 0 0,3-6 0,-1-2 0,1 0 0,0-2 0,0-1 0,1-2 41,-4 17 0,1-2 0,0-1 0,0-1 0,0-1 0,0 0 0,1-1 0,0 0 0,1-6 0,0-1 0,1-1 0,0-1 0,0 1 0,1-1 0,-1 0 0,1 1 0,-1 1 0,1 0 0,-1-1 0,1 1 0,0 0 0,0-1 0,0 1 0,1-1 13,-1 7 1,-1 0 0,1 0 0,1-1-1,-1 0 1,1 1 0,-1 1 0,1 1-1,-1 3-31,4-13 1,1 0-1,-1 2 1,0 2-1,0 2 1,0 3-1,-1 2-56,5-11 0,-1 4 1,-1 2-1,1 3 0,0 1 0,-2 6 0,0 1 1,0 2-1,0 2 0,0 4-49,2-1 0,0 4 0,0 2 0,0 1-82,6-14 0,0 1 0,0 4 0,-4 9 0,1 2 0,-1 6 819,4-1 1,0 8 491,14-7-709,-12 31 709,-11 16 0,-11 10 0,-4 2-656,-1 2 1,0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34:00.1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24575,'60'76'0,"1"1"0,0-1 0,-1 1 0,1-1 0,0 0 0,-1 1 0,1-1 0,0 1 0,-1-1 0,1 0 0,-1 1 0,1-1 0,0 1 0,-1-1 0,1 0 0,0 1 0,-1-1 0,1 1 0,0-1 0,-1 0 0,1 1 0,-1-1 0,1 1 0,0-1 0,-1 0 0,1 1 0,0-1 0,-1 1 0,1-1 0,0 0 0,-1 1 0,1-1 0,-1 1 0,1-1 0,4 6 0,0 2 0,1 1 0,1 0 0,0 2 0,1-1 0,0 2 0,0-1 0,0 1 0,0-1 0,0 0 0,-1 0 0,0-1 0,-1 0 0,-1-2 0,0 0 0,-1-2 0,-2-1 0,-1-2 0,-1-1 0,-2-2 0,-2-3 0,-1-1 0,-2-3 0,-3-3 0,-1-2 0,-3-3 0,-2-3 0,-3-3-123,28 36 0,-8-9 0,-4-7 0,-5-5 0,-4-4 0,-1-1 0,-1 0 0,1 2-41,7 15 0,1 2 0,-2-2 0,-4-4 0,-7-10 0,-9-12-328,-3-2 0,-8-9-492,17 36 738,-22-34 0,-9-23 0,-7-15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34:01.0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5729 24575,'23'-47'0,"0"1"0,20-29 0,12-13-197,-17 29 0,6-7 1,4-4-1,1-2 0,1-1 33,-1 2 0,1-2 0,1-2 0,1-1 0,2-1 0,0-1 23,-2 4 1,1-1-1,0 0 1,2-2-1,1 0 1,1-2-1,2-1 31,-5 9 1,1-3 0,1 0 0,2-1-1,1-1 1,0 1 0,0-1 0,0 2-1,1 0 0,-1 1 1,1 0 0,0 1 0,0 0-1,1 0 1,0 1 0,0-1 0,0 1-1,1-1 0,0 0 1,1 0 0,0-1 0,0 1-1,0 0 1,1 1 0,-1 0 0,-1 1-1,1 1-13,2-3 0,0 0 0,0 1 0,0 1 0,0 1 0,-2 2 0,-1 1 0,-1 2-41,7-6 0,-2 3 0,0 1 0,-2 2 0,-1 2 0,-1 1-33,4-4 0,-1 3 1,-2 1-1,0 1 0,-1 1-49,10-8 0,-2 1 0,-1 1 0,0 1 0,-5 5 0,-1 1 0,-1 1 0,-3 3-82,6-4 0,-4 3 0,-1 3 0,-4 4 0,-2 3 0,-3 3 819,5-2 1,-5 6-52,16-6 543,-25 22-738,-20 22 1,-10 0 0,-6 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38:18.70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7151 24575,'73'41'0,"-1"-1"0,1 1 0,0 0 0,0 1 0,-1-1 0,-1 1 0,-3-1-328,7 6 0,-5 0 0,2 1 0,8 8 0,1 1 0,0 1 0,-2-2 0,-1 1 0,-1 0 0,-1 0 0,-2 1 0,-1 0 0,-3-1 0,-1 1 0,-3-1 0,-10-9 0,-4-2 0,0 1-164,22 20 0,-3-2 0,-14-11 0,-5-2 0,-13-13 0,-3-2 1475,31 27-324,-26-26 324,-16-20 0,-9-9 0,-7-6 0,-2-1 0,6-24 0,8-37-492,4-18 1,7-20-689,-10 31 0,2-8 1,2-5-1,1-3 0,0 1 33,-1 5 0,0-1 0,1-2 0,1-2 0,1-1 0,1-2 23,1 0 1,0-3-1,1-1 1,2-2-1,-1-1 1,2 0-1,0-1 18,-1 4 0,0-1 0,1 0 0,0-1 0,1-1 0,1 0 0,-1-1 0,2 0 13,-4 6 1,2-1 0,-1 1 0,1-2-1,1 1 1,-1-1 0,1-1 0,0 1-1,1-2 11,-3 6 1,0-1 0,1 0-1,0-1 1,0-1 0,1 1-1,-1 0 1,0 0 0,1 0-1,-1 0 0,0 2 1,0 0 0,-1-1-1,1 1 1,0 0 0,0 0-1,0 1 1,0-1 0,0 1-1,0 1-11,2-8 1,1 0 0,0 1 0,1-1-1,-2 1 1,1 1 0,0 1 0,-1 1-1,0 2-13,0-1 0,-1 1 0,1 1 0,-1 2 0,0 0 0,0 1 0,0 0 0,0 0-18,3-8 1,1 0-1,0 1 1,0 1-1,-1 0 1,0 3-1,0 1-23,0-2 0,1 1 0,-1 3 0,-1 0 0,1 3 0,-2 1-33,3-3 0,-2 2 1,1 2-1,-2 1 0,1 2-49,4-10 0,0 2 0,0 3 0,-2 3-82,5-8 0,-1 5 0,-1 5 539,9-14 1,-2 8-212,-9 16 0,-2 4 491,-4 9 1,-3 5 491,16-17 0,-13 25 0,-9 18 0,-8 10 0,-3 5-738,-3 2 1,-7 1 0,-2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3:53.8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10350 469 24575,'-98'0'0,"35"0"0,-8 0-328,-8 0 0,-10 0 0,-7 0 131,22 0 0,-4 0 1,-3 0-1,-3 0 0,-1 0 33,2 0 0,-2 0 0,-2 0 0,-2 0 0,-2 0 0,-2 0 23,1 0 1,-2 0-1,-2 0 1,-1 0-1,-2 0 1,0 0-1,0 0 18,7 0 0,-1 0 0,0 0 0,-1 0 0,-1 0 0,0 0 0,0 0 0,-1 0 13,7 0 1,0 0 0,-1 0 0,0 0-1,0 0 1,-1 0 0,0 0 0,-1 0-1,1 0 0,-4 0 1,-1 0 0,-1 0 0,1 0-1,-1 0 1,1 0 0,0 0 0,2 0-1,1 0-13,-3 0 0,2 0 0,0 0 0,1 0 0,1 0 0,0 0 0,0 0 0,1 0-18,-8 0 1,0 0-1,1 0 1,0 0-1,1 0 1,0 0-1,1 0 0,5 0 1,-1 0-1,2 0 1,0 0-1,0 0 1,1 0-1,1 0-23,-11 0 0,2 0 0,0 0 0,1 0 0,0 0 0,1 0 0,4 0 0,0 0 0,1 0 0,0 0 0,3 0 0,2 0-33,-4 0 0,2 0 1,1 0-1,3 0 0,1 0-49,-9 0 0,2 0 0,3 0 0,3 0 1,-5 0 0,5 0 0,1 0 245,2 0 0,1 0 0,4 0 0,-19 0 0,6 0 491,18 0 1,3 0-1,-1 0 1,2 0-1,12 0 1,4 0 491,-33 0 0,20 0 0,17 0 0,7 0 0,13 0 0,8 0 0,4 0 0,7 2 0,1 6 0,4 8 0,2 13-234,0 23-749,0 35 0,-2-22 0,-3 8-328,-1-8 0,-2 3 0,0 4 0,-3 14 0,-1 4 0,-1 3 82,1-13 0,-2 3 0,-1 2 0,0 1 49,2-9 0,0 2 1,-1 0-1,0 2 0,1 1 0,-2 5 0,0 2 1,0 1-1,0-1 0,0 0 0,0-3 0,1-1 1,0 0-1,0 0 0,0 0 0,1-3 0,1 0 1,1 0-1,-1 0 0,1-1-49,-3 15 0,1 0 0,1-1 0,0-1 0,2-7 0,1 0 0,1-1 0,0-2 0,0-5 0,1 0 0,0-3 0,2-1-82,-1 11 0,1-2 0,2-5-164,1 15 0,1-6 983,0-14 1,1-4-437,0-4 0,-1-4-55,1 32 983,0-22 0,0-22 0,0-16 0,0-12 0,0-7 0,0-5 0,2-1 0,0 0 0,2 0 0,2-2-98,1 1-885,2-5 0,2 2 0,3-5 0,6 0 0,9 0 0,12 0 0,10 0 0,17 0 0,31 0-492,-34 0 0,6 0 0,15-1 0,13-3 246,-15-2 0,11-3 0,4-1 0,-4 1 0,-11 1 0,-3-1 0,3 1 0,6-2 82,-7 0 0,5 0 0,4-2 0,2 1 0,-1 0 0,-2 0 0,-7 1 0,-1 1 0,0 0 0,0-1 0,3 1 0,3 0 23,4-1 1,3 1-1,3-1 1,2 0-1,0 0 1,0 1-1,1 0 18,-11 1 0,1 0 0,1 0 0,0 0 0,0 0 0,0 1 0,-1-1 0,0 2 0,-2-1 0,-1 1 0,0-1 0,0 1 0,-1 1 0,1-1 0,-1 1 0,0 0-18,12 0 1,0 0-1,0 0 1,-1 1-1,0 0 1,-1 1-1,-1 0 0,-6 0 1,-2 2-1,-1 0 1,1 0-1,-1 0 1,1 0-1,1 1 0,5-1 1,0 0-1,2 1 1,-1 0-1,1-1 1,1 1-1,-1 0 18,-10-1 0,1 1 0,1 0 0,0 0 0,-1-1 0,0 1 0,-2 0 0,0 0-18,4 1 1,-1-1-1,0 0 1,-2 0-1,0 1 1,-2 0-1,0-1-23,5 1 0,-1 1 0,-1-1 0,-2 0 0,0 1 0,-3 0-33,7 1 0,-1-1 1,-2 1-1,-2 1 0,-1-1 205,10 2 0,-1 0 1,-3 0-1,-1 0-8,-7 0 0,-2 0 0,-1 0 0,-2 1 0,15 0 0,-2 1 0,-4 0 0,-14 0 0,-3-1 0,-2 0 0,19 1 0,-5 0 491,-9-1 1,-5-2 491,25-1 0,-18-2 0,-27-1 0,-5 0 0,-11 0 0,-4 0 0,-6 0 0,-3 0 0,-3 0 0,-3 0 0,-1 0 0,-2 0 0,1 0 0,-1 0-17,-2-12-966,-3-2 0,-1-13 0,-6 4 0,-5-9 0,-5-10 0,-6-20 0,6 12 0,1-5-492,-2-6 0,1-4 66,-2-19 0,-2-5 98,5 19 0,-1-3 0,0-2 0,-1-11 0,0-2 0,0-5 82,1 11 0,-1-2 0,1-3 0,-1-1 0,-1-7 0,1-2 0,-1-1 0,1 0 0,1 2 0,0 0 0,0 0 0,1 0 0,0 2 0,0 0 0,1 1 0,1 0 0,1 3 0,0 1 0,1 0 0,1 1 0,0 4 0,0 2 0,1-1 0,0 0 0,0-2 0,0 1 0,1-1 0,1 2 0,0 6 0,0 0 0,1 2 0,0 2 87,0-11 1,0 4 0,1 1 158,1 10 0,0 2 0,1 2 209,-1-15 1,1 3-210,-1 12 0,1 3 0,0 4 0,0 2 983,0-35 0,0 19-913,0 18 913,-1 13 0,1 13 0,0 8 0,0 7-656,2 4 1,0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5:03.462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3124 79 24575,'-40'0'0,"-2"0"0,-2 0 0,-9 0 0,0 0 0,-5 0 0,-1 0 0,2 0 0,0 0 0,-9 0 0,0 0 0,-21 0 0,2 2-984,-2 4 0,9 3 0,13 6 0,-12-1 0,10-1 0,-10 5 104,0 1 880,4 5 0,-1-1 0,-10 5 0,34-11 0,-2 2 0,-3 1 0,0 0 0,-1 0 0,1 1 0,0 0 0,1 0 0,-39 15 983,7 0 0,2-1 0,15-5 0,-2 3 0,4 0-228,5-1-755,4 1 0,8-3 0,1 1 0,3 2 0,7 0 0,3 2 983,5 2-852,-2 4-131,3 1 0,-1 3 0,5-1 0,2 0 0,0 3 0,1 0 0,2 4 0,0 0 0,3 4 0,3 0 0,0 0 0,3 0 0,2-3 0,1 2 0,3-3 0,3 1 0,0 2 0,3-3 0,0 4 0,0-3 0,0-3 0,0 9 0,1-6 0,6 1 0,5-3 0,6-8 0,6 4 0,5 7 0,2-2 0,5-2 0,1-3 0,4-5 0,8 4 0,-1-1 0,2-3 0,-1 2 0,1-1 0,4 0 0,5 1 0,-2-3 0,10 3 0,2-1 0,0-1 0,1-1 0,-5-3 0,4-1 0,0 0 0,4-3 0,-4 0 0,1 0 0,2-3 0,-2-4 0,0-3 0,-2 0 0,-5-4 0,4 0 0,10 1 0,-4-3 0,0 0 0,0-1 0,-7-4 0,11 2 0,-1-1 0,2-3 0,3 0 0,-1-3 0,0-1 0,15 0 0,0-2 0,4 1 0,0-1-472,-8 0 472,2-1 0,-43-1 0,0 0 0,2 0 0,0 0 0,47 3 0,-45-3 0,2-1 0,1 0 0,1-1 0,-3 1 0,0-1 0,0 0 0,-2 0 0,44 0 0,-17 0 0,4 0 0,1 0 0,5 0 0,1 0 0,9 0 0,0 0 0,-1-3 0,-46 1 0,0-2 0,-2-1 0,-1 0 0,2-2 0,-1 0 0,1-1 0,0-1 0,0 0 0,0-1 0,-1 1 0,0 0 0,0-1 0,0 2 0,41-7 0,-7 1 0,-5 0 0,-3 0 0,3 0 0,-4 1 0,-7-3 0,-9 0 0,-1-2 0,-4-3 472,-2-2-472,2-1 0,-2-1 0,-2 1 0,4-3 0,-4-1 0,0 1 0,0 0 0,-7 1 0,-1-1 0,-2-2 0,-3 0 0,-1 0 0,-3-2 0,0-1 0,2-7 0,-3 3 0,-1-2 0,4-7 0,-3 2 0,4-10 0,-5 3 0,-6 6 0,-1-7 0,-8 8 0,-2-4 0,-2 2 0,-3 2 0,0-4 0,-3-4 0,-3-1 0,-4 1 0,1 1 0,-1 3 0,0 2 0,0 0 0,0 1 0,0 2 0,0 0 0,0-3 0,-5-3 0,-6-8 0,-10-5 0,-11-8 0,-5-9 0,-3 3 0,-1-1 0,0 1 0,4 9 0,-1-2 0,-2 9 0,-1 8 0,-2 2 0,4 12 0,4 7 0,-1 5 0,-1 5 0,-4-1 0,-2 1 0,-4-1 0,-12-3 0,-2-1 0,-3-4 0,1 1 0,3-1 0,-3 1 0,3 4 0,0 2 0,1 0 0,-1 1 0,-7 1 0,-7 0 0,-3 2 0,0-2 0,0 2 0,2 1 0,-3-1 0,-4 2 0,0-1 0,0 3 0,-1 0 0,1-3 0,-1 0 0,1 0 0,-1 0 0,-1-1 0,5 1 0,5 0 0,4 1 0,5 2 0,2 1 0,-1 1 0,3-1 0,1 3 0,1 2 0,6 2 0,-2 0 0,3-1 0,0-1 0,1 2 0,3-1 0,2 1 0,1 0 0,4 0 0,4 0 0,1 0 0,3 1 0,0-1 0,0 3 0,4 1 0,1 2 0,-1-3 0,2 0 0,-2 0 0,2 1 0,4 2 0,-2 0 0,2 0 0,-1 0 0,-1 0 0,2 0 0,0 0 0,-5 0 0,3 0 0,-4 0 0,0 0 0,4 0 0,-8 0 0,3 0 0,-6 0 0,3 0 0,4 0 0,-3 0 0,3 0 0,0 0 0,2 0 0,4 0 0,6 0 0,4 0 0,7 0 0,2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5:51.578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5461 295 24575,'-38'0'0,"0"0"0,-8 0 0,-7 0 0,-12 0 0,-13 0 0,-10 0-970,-9 0 970,44 0 0,-1 0 0,0 0 0,0 0 0,0 0 0,0 0 0,-2 0 0,0 0 0,2 0 0,0 0 0,-2 0 0,-1 0 0,0 0 0,1 0 0,1 0 0,2 0 0,-38 0 0,6 0 0,0 0 0,9 0 0,-8 0 0,6 0 238,0 0-238,-8 0 0,0 0 0,6 0 0,2 3 0,1 0 0,3 2 0,-3 1 0,4-2 0,-2 2 0,-1 0 0,-10 4 0,0 3 0,1 0 0,1 1 0,7-1 0,-5 1 0,-1 0 0,2-1 0,7 1 0,4-1 0,5-1 0,0 1 732,3-2-732,4-2 0,4 0 0,2-2 0,-3 2 0,0-1 0,-1 2 0,-2 2 0,-2 0 0,-1 1 0,1 0 0,0-1 0,-1 1 0,1-1 0,0 1 0,5-1 0,4 0 0,0 0 0,5-1 0,-1 1 0,3-1 0,1 1 0,4-1 0,3-1 0,-3 1 0,3 3 0,0 0 0,3 0 0,2 4 0,-5 1 0,2 3 0,-1 2 0,5-4 0,9 0 0,0 3 0,3 0 0,1 5 0,-2 3 0,3 2 0,1 4 0,1 1 0,2 4 0,1 4 0,2 0 0,2 2 0,2-1 0,2 5 0,2-1-984,0 0 0,1-1 0,0-3 0,0 4 0,0-2 0,0 1 104,0-3 880,0-1 983,0 1 0,2 0 0,4 1 0,4-1 0,7 1 0,0-2-97,3 1-886,0 0 0,0-3 0,1 0 0,-2-4 0,0-1 0,1 1 0,3-2 0,-1 2 0,1-3 0,-1 0 0,0-1 0,0-4 0,3 2 0,1 2 0,2-1 0,3 0 0,4 0 0,4-3 0,3 2 0,-1-5 0,2 0 0,14 6 0,3 0 0,1-2 0,1-2 0,1-4 0,10 3 0,14 2 0,7 1-492,-42-16 0,2 0 100,3 0 0,2 1 392,2-1 0,1 1 0,3-2 0,-1 0-231,-4 0 0,1 0 231,1-1 0,-1 0 0,-3-1 0,-1 0 0,-4-1 0,-1 0 0,7-1 0,-1 0 0,-6-2 0,-1 0 0,4-1 0,0 1 0,0-2 0,-1 0 0,-3-1 0,-1 0 0,4 0 0,0-1 0,-2-2 0,0 0 0,1-1 0,1-2 0,2 0 0,1-1 0,2 2 0,0 0 0,1 0 0,-1 0 0,-5 0 0,0 0 0,45 4 0,-5-2 0,1 1 0,-44-4 0,0 1 0,48 1 0,-5 1 0,-5 0 0,-6-1 0,-3-3 0,-1 0 0,-1 0 0,1 0 0,-1 0 0,0 0 0,-1 0 0,1 0 0,-1 0 0,0 0 0,-5 0 0,-3 0 983,2 0-242,-3 0-741,1 0 0,-6 0 0,4 0 0,1 0 506,1 0-506,2 0 0,-8 0 0,-5 0 0,-3 0 0,0 0 0,1 0 0,6 0 0,-2 0 0,5 0 0,-3 0 0,5 0 0,7-3 0,-8 0 0,6-3 0,-3 0 0,18-1 0,2-1 0,-4 3 0,2 2 0,-10 0 0,12-1 0,7-3-583,-8 0 583,9-1 0,-46 3 0,1-1 0,-1 2 0,1-1 0,2 0 0,-1-1 0,39-2 0,-1 1 0,-2-1 0,-4 1 0,0-3 0,-3 3 0,-4-3 0,-4 0 0,-3 0 0,-6-3 0,0-2 0,-4-2 0,-6-1 0,0-3 583,-3-1-583,0-2 0,-2 0 0,-3 1 0,1-4 0,0-4 0,-2 0 0,-1-3 0,1 1 0,1-4 0,3-5 0,1 1 0,-4 0 0,-4 5 0,-4-4 0,-3 1 0,-3-3 0,-4 3 0,-3 3 0,-4 1 0,3-1 0,0-5 0,1-1 0,-4 3 0,-1 2 0,-1-1 0,-2-3 0,2-10 0,-4 3 0,-2-3 0,-4 2 0,-4 4 0,-3 0 0,-2 5 0,0 3 0,-1 5 0,0 6 0,0 4 0,0 4 0,0 1 0,0 1 0,-3 0 0,-2-6 0,-3-5 0,-5-9 0,-2-5 0,-3-4 0,-2-2 0,-1 0 0,-3 0 0,1 3 0,0 1 0,-2 3 0,-4 2 0,-4 1 0,-9-6 0,-7-5 0,-11-7-492,23 22 0,-1-1-217,-38-29 709,26 23 0,-4-2 0,-3-5 0,-1 1 0,5 5 0,0 1 0,0 0 0,2 1 0,9 8 0,1 1 0,-39-25-492,34 25 0,0-1 459,3 3 0,0 1 33,-38-22 0,8 8 0,5 6 0,5 4 0,5 4 983,4 4-368,5 4 368,-2 0-821,-1 3-162,0 0 0,1-2 0,0 3 0,-1-3 0,-3 0 0,-1 0 0,1-1 0,-1 3 0,0 1 0,1 2 0,-1 1 0,-4-1 0,-8 0 0,-10 2 0,2 1 0,-2 3 0,5 0 0,-2-2 0,-7 1 0,3-2 0,1 4 0,5-1 0,0 0 0,0 4 0,6 0 0,3 3 0,8-1 0,1 1 0,-1 0 0,5 0 0,0 0 0,8 0 0,0 0 0,0 0 0,3 0 0,-3 0 0,3 0 0,0 0 0,1 3 0,-1 2 0,1 4 0,2 2 0,3-1 0,2-2 0,-2-1 0,-4 0 0,-2 2 0,-2 1 0,-1-1 0,-1 0 0,-3 0 0,0-2 0,-1 1 0,4-1 0,0-1 0,0 0 0,0 0 0,-3 0 0,0-1 0,-3 2 0,1-2 0,4 1 0,4-2 0,8-2 0,5 1 0,13-3 0,6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4:54.775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6727 0 24575,'-93'0'0,"0"0"0,0 0 0,0 0 0,0 0 0,-4 0 0,3 0 0,3 0 0,5 0 0,-3 0 0,4 0 0,5 0-492,-13 0 0,4 0 0,-3 0 0,1 0 0,-3 0 0,1 0 0,5 0 0,1 0 374,2 0 0,2 0-273,-1 0 0,2 0 391,4 0 0,1 0 0,-4 0 0,0 0 0,1 0 0,-1 0 0,3 0 0,1 0 0,0 0 0,0 0 0,0 0 0,0 0 0,-6 0 0,-1 0 0,-8 0 0,1 0 0,5 0 0,3 0 0,7 0 0,3 0 227,10 1 1,3 1-228,7 0 0,0 2 0,-9 2 0,-1 2 0,-1 3 0,0 1 0,-2 1 0,0 2 0,7 0 0,1 0 0,5 2 0,1-1 0,2 1 0,1 0 0,-2 1 0,0 1 0,-4 1 0,1 0 0,6-1 0,0-1 0,-1 3 0,0 0 0,-38 17 0,2-1 0,-4 5 0,14-2 0,-5 4-256,5 0 256,3-1 0,2 0 0,4 0 0,3 2 0,1 0 0,3 1 0,1 3 0,2-3 983,5-1-69,-3-1 69,2-1-234,-2 3-749,0 0 798,6 1-798,-1 0 0,4 2 0,3 1 328,3 1-328,7-2 0,6-2 0,4 1 0,4-2 0,3 4 0,3 2 0,2 0 0,3 0 0,4-1 0,3 5 0,0 0 0,0-1 0,0-1 0,0-2 0,0 3 0,6 3 0,6-2 0,6-3 0,9-4 0,2-1 0,7 2 0,9 10 0,4 0 0,5-2 0,7 2 0,-3-9 0,5 1 0,-1-4 0,-2-3 0,6 2 0,3-3 0,1 0 0,3-5 0,7 2-511,3-2 511,6-1 0,3-4 0,-2-7 0,3-2 0,-44-13 0,0-1 0,46 14 0,-47-13 0,1 1 0,47 12 0,-47-12 0,0-1 0,46 10 0,-6-3 0,0-5 0,-3 1 0,7-1 0,-1 0 0,6 1 0,-6-1 0,-8-1 0,11-2 0,-3-2 0,-40-5 0,1-1 0,-1-1 0,0 0 0,43 1 0,3 1 0,-12 0 0,-6 0 0,3-1 0,0-3 0,8 0 0,4 0 0,2 0 0,2 0-984,-9 0 0,-8 0 120,-6 0 864,18 0 0,-43 0 0,-1 0 0,1-1 0,0-1 0,48-1 0,-8-3 0,8-2 0,-8 1-406,-5 0 406,6-1 0,-38 4 0,1 1 0,0-1 0,-1 0-492,1-2 0,-3 1-492,34-4 0,-12 0 469,3 2 515,-2 0 0,4-2 0,-8-1 0,-2 0 0,-3 1 322,-4 2-322,-2 0 983,7-2 0,0-1 0,9-3 0,-1 2 0,6-3 0,4 2-151,-3 0-832,3-2 0,-7 6 0,1-2 0,-5 1 0,-4-1 164,-8-3-164,-2 1 0,-4-1 0,-3-2 0,-2 0 0,-2-6 0,-1-4 0,3 0 0,2-5 0,3 1 0,4-3 0,-2 1 0,0 0 0,-2-4 0,-3 1 0,0-1 0,-8 2 0,-6 4 0,-6 3 0,0-5 0,-3 2 0,1-2 0,-2-2 0,-7 5 0,2-1 0,-4 0 0,-1-1 0,-2-2 0,0-1 0,0 0 0,-3-2 0,0-1 0,-2-3 0,-1-5 0,-1-5 0,-1-5 0,-2-1 0,-2-2 0,-2-1 0,-3 0 0,0-7 0,0-2 0,0-2 0,0-5 0,-3-5 0,-6-6 0,-8-2 0,-6 0 0,-3 11 0,-3 3 0,-4 4 0,-2 3 0,-4-2 0,0 3 0,0 3 0,1 4 0,3 8 0,2 8 0,1 3 0,-4 1 0,-4-2 0,-3 0 0,-3 0 0,-1 3 0,-4-1 0,1 3 0,4 1 0,1 5 0,5 2 0,3 2 0,3 5 0,2 1 0,1-1 0,-1 3 0,1-2 0,1 3 0,1 1 0,-1 3 0,-6 2 0,1 1 0,-1 1 0,0-1 0,0 1 0,-1 0 0,-2-1 0,-4-2 0,5-1 0,-2 1 0,4 0 0,0 0 0,-1 0 0,5 0 0,2 1 0,3 2 0,0 0 0,2 0 0,1 2 0,3 0 0,1 2 0,1 1 0,-1-1 0,3-1 0,2 2 0,0 0 0,3 3 0,2-2 0,0-1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0.2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0.7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2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24575,'0'23'0,"0"-3"0,3-5 0,6 2 0,4-2 0,3-2 0,0-2 0,1-1 0,-1-2 0,-1 2 0,3 1 0,3 1 0,3 1 0,6-1 0,0-1 0,-1 2 0,0 0 0,0 0 0,0 0 0,-1-5 0,1 0 0,-5-3 0,2-2 0,0 2 0,0-2 0,2 0 0,-4-1 0,-1-2 0,-3 1 0,-2-1 0,-1 0 0,0 0 0,-2 0 0,1-3 0,-1-1 0,0-3 0,-1-2 0,0 0 0,2-1 0,0 0 0,0-1 0,-1-1 0,-1-3 0,0 1 0,1 1 0,-1-1 0,-2 2 0,0 0 0,-5 1 0,-2 2 0,-3 0 0,-2 0 0,0 4 0,0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5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3021 525 24575,'-49'-37'0,"9"8"0,-9-4 0,6 5 0,0 0 0,-8-6 0,1 3 0,1 2 0,4 2 0,5 5 0,1-1 0,3 1 0,-4 2 0,-3 1 0,3 2 0,0 2 0,2 1 0,-2 3 0,-1 0 0,2-1 0,0 1 0,-1 0 0,0-1 0,1 3 0,5 2 0,0 2 0,-4 2 0,-7 1 0,-5 1 0,-4 1 0,-2-1 0,3 1 0,-1 0 0,2 0 0,1 0 0,-3 0 0,3 0 0,-2 0 0,0 2 0,2 3 0,5 3 0,-1 2 0,1 1 0,1 0 0,-4 2 0,1 1 0,0 1 0,0 2 0,0 1 0,3-1 0,2 0 0,3-3 0,2 2 0,2-1 0,3 1 0,0 0 0,0 0 0,1 3 0,1 0 0,2 2 0,0 3 0,1 0 0,0 3 0,1 4 0,2-3 0,0 1 0,1 0 0,2 4 0,0 3 0,2 1 0,1-2 0,3-3 0,3 0 0,-3 0 0,2 3 0,0 2 0,2-4 0,4 1 0,0 1 0,1 1 0,0 10 0,1-1 0,0 7 0,2-1 0,0 4 0,2-2 0,2-2 0,0 2 0,0-6 0,0 4 0,0-4 0,0-1 0,0 0 0,0-3 0,0-2 0,0-2 0,0-5 0,2 2 0,3-3 0,3 2 0,2-3 0,0 0 0,1 2 0,0-1 0,0 5 0,0-1 0,3-2 0,1-4 0,4-2 0,1-1 0,4 4 0,1-1 0,7 4 0,3-1 0,0-5 0,2 0 0,-4-8 0,-1-1 0,0-2 0,4 1 0,0-2 0,0 0 0,0-3 0,-1-4 0,2 1 0,-2-1 0,7 2 0,-3-2 0,3 1 0,4 0 0,-5-1 0,8 2 0,1-2 0,1-1 0,5-2 0,-8-1 0,0 0 0,-4 0 0,-1-1 0,1-1 0,-1-1 0,1-2 0,-4-1 0,5 0 0,-1 0 0,3 0 0,-2 0 0,1 0 0,0 0 0,-4 0 0,2 0 0,-6 0 0,8 0 0,5 0 0,-3 0 0,-2-2 0,-8-1 0,1-2 0,-2-3 0,-1 0 0,-3-3 0,-1 0 0,0 0 0,1 0 0,-1-2 0,-2-1 0,-1-2 0,-2 0 0,-4 1 0,-1-3 0,-2 1 0,0-3 0,3-3 0,0-1 0,1 0 0,0-2 0,-6 5 0,0-2 0,0 0 0,0 1 0,2-6 0,1 0 0,0-4 0,0 3 0,0-1 0,1 1 0,-1-1 0,-1-2 0,-1 2 0,-3 0 0,-1 1 0,-2 1 0,-2-1 0,2 2 0,0 0 0,0 1 0,-1 2 0,-1 1 0,-1-1 0,0 1 0,0-1 0,-2-1 0,0 2 0,-3-3 0,0 0 0,0 2 0,-2-2 0,1 0 0,-1-4 0,0-2 0,0-1 0,-1-2 0,2-2 0,-1-2 0,-1-4 0,-2-2 0,1-3 0,-1 4 0,0 1 0,0 3 0,0 3 0,0 2 0,0 3 0,0-1 0,0 4 0,0 0 0,0 3 0,0 0 0,0 0 0,0 3 0,0 0 0,0 5 0,-2 1 0,-2 0 0,-1 0 0,-1-1 0,-1 1 0,0 0 0,-2-1 0,-1-1 0,-1 0 0,-1-1 0,-4-2 0,1 2 0,-2-2 0,1 0 0,4 4 0,0 0 0,8 9 0,0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19.5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24575,'0'21'0,"0"4"0,0-2 0,0-1 0,0-1 0,0-6 0,0-2 0,0-2 0,0-2 0,0 0 0,0-1 0,0 1 0,0-1 0,0 1 0,0-1 0,0 1 0,0-1 0,0-1 0,1 1 0,3 0 0,4 0 0,4 0 0,1 1 0,3 0 0,0-1 0,2-1 0,-1-1 0,-2-3 0,-3 0 0,-3-3 0,1 0 0,-1 1 0,0-1 0,-4 0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20.6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264 1 24575,'0'21'0,"0"6"0,0-1 0,0 1 0,0-2 0,0-7 0,0-2 0,0 3 0,0-2 0,0-2 0,0-3 0,0-4 0,-2 0 0,-2-4 0,-5-1 0,-2-3 0,-3 0 0,-3 0 0,0 0 0,-6 0 0,0 2 0,0 1 0,0 0 0,4-1 0,-1 0 0,3 1 0,0-1 0,5 2 0,4-4 0,4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32.6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300 975 24575,'-32'0'0,"-2"-4"0,10-4 0,0-3 0,2-3 0,6 2 0,1-1 0,2-2 0,1 0 0,0 0 0,2 1 0,2 1 0,2-1 0,0 1 0,0-4 0,0-1 0,1 0 0,-3-4 0,1 3 0,-4-2 0,1-2 0,4 2 0,1-2 0,4-2 0,1 1 0,0 1 0,0-3 0,0 2 0,0-2 0,0 0 0,0-1 0,0 1 0,0 0 0,0-3 0,0 2 0,2-2 0,4 0 0,2 3 0,2 0 0,-2 3 0,-2 4 0,-1 0 0,-3-1 0,1 1 0,0-1 0,-1 1 0,0 1 0,0 2 0,0 3 0,1 3 0,0 1 0,-2 4 0,1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6:34.2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1294 24575,'30'0'0,"1"0"0,-5 0 0,3 0 0,0 0 0,0-5 0,-3-3 0,0-3 0,3-8 0,-1 2 0,-1-2 0,-1-5 0,-2 2 0,3-5 0,-1 1 0,-2 0 0,3-4 0,-1-1 0,4-5 0,-2 0 0,2-1 0,-1-4 0,-2 1 0,0-1 0,-3-2 0,0 2 0,-3-2 0,-1 3 0,-3 0 0,-2 0 0,0 0 0,-3-1 0,0 4 0,-1 0 0,-2 4 0,-1 0 0,-2 2 0,-2 1 0,-1 3 0,-1 2 0,1 2 0,0 2 0,-1 1 0,-2 0 0,0 0 0,0 0 0,0 2 0,0 3 0,0 1 0,0 2 0,0 0 0,0 0 0,0 7 0,0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18:38.63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0 24575,'0'75'0,"0"-4"-984,0-7 0,0-11 0,0 3 0,0 2 0,0-1 0,0 9 104,0 0 880,0 2 0,0 17 0,0-3 0,0 0 0,0 2 0,0-3 0,0 6 0,0-1 0,0-7 0,0-3 0,0 2 0,0-7 983,0-8 0,0-5-1967,0-2 2,0-5 982,0-2 0,5-3 0,5-5 0,10 6 0,5 1 0,5 3 983,6 2 0,2 0 0,6 1 0,3-2 0,2-3 0,3 0-97,-1-3-886,3-4 0,-1-4 0,3-4 0,4 1 0,0-3 0,13 4 0,1 0 0,4-1 0,0-3 0,2-2-535,6-3 535,6 2 0,-1-4 0,0 3 0,-2-2 0,-5-4 0,6-1 0,8-3 0,-4 0 0,-40-7 0,0 0 0,44 11 0,-12-5 0,10 0 0,-10-4 0,11-2 0,-44-5 0,0 0 0,2-2 0,0 0 0,2-1 0,0 0 0,2 1 0,1-1 0,0 0 0,0-1 0,2 0 0,0 1 0,-5-1 0,0-1 0,-4 0 0,0-1 0,-2 0 0,-1 0 0,45 0 0,4 0 0,-8 0 0,-10 0 0,-10 0 0,-9 3 0,-5-1 0,-6 1 0,-3 0 0,0-3 0,-3 1 535,0-1-535,-5 2 0,1 1 0,-1-1 0,0 1 0,3-3 0,-2 0 0,-1 0 0,-1 0 0,-2 0 0,-1 0 0,-3 0 0,-4 0 0,-2 0 0,-4 0 0,0 0 0,-4 0 0,1 0 0,-1 0 0,1 0 0,0 0 0,-1 0 0,1 0 0,-1 0 0,1 0 0,-1 0 0,-1 0 0,-5 0 0,-3 0 0,-2 0 0,4 0 0,-3 0 0,5 0 0,-6 0 0,1 0 0,0 0 0,0 0 0,0 0 0,3 0 0,-2 0 0,2 0 0,-3 0 0,0 0 0,3 0 0,-3 0 0,3 0 0,-3 0 0,0 0 0,0 0 0,0 0 0,0 0 0,0 0 0,0 0 0,0 0 0,0 0 0,-1 0 0,1 0 0,3 0 0,-4-2 0,-27-19 0,5 6 0,-27-17 0,16 12 0,-4-4 0,-6-4 0,-1-3 0,-1-4 0,-5-10 0,-1-4 0,-3-3 0,-6-9 0,5 6 0,-4-6 0,1-1 0,4 5 0,1 1 0,6 10 0,4 9 0,8 8 0,5 5 0,4 5 0,5 4 0,3 3 0,3 5 0,3 0 0,-1-1 0,26 35 0,-11-18 0,22 31 0,-15-24 0,-2 2 0,4 6 0,-2 0 0,3 1 0,1-1 0,-2-6 0,3 4 0,-2-1 0,3 2 0,3 1 0,0-3 0,0 1 0,0-2 0,-2 1 0,2 0 0,-2-1 0,1 0 0,0 0 0,-2 1 0,0-1 0,-2 0 0,0 1 0,-1-1 0,-2-3 0,-2-2 0,-2-4 0,-1-1 0,-2 0 0,-1-2 0,-3 1 0,-1 0 0,1 0 0,-1 0 0,3-1 0,-2 1 0,-1-3 0,0 2 0,1 1 0,1 0 0,1 2 0,-2-2 0,-1-1 0,-1 1 0,-1-3 0,0 4 0,-1-3 0,2 3 0,-4 2 0,5-5 0,-4 3 0,0 1 0,2-4 0,-2 5 0,1-4 0,-2 1 0,-1 3 0,1-3 0,-1 3 0,-5-3 0,-2 0 0,-3-2 0,-4 0 0,0-1 0,-1 2 0,-2 4 0,1 2 0,-5 4 0,-2 2 0,-3 3 0,-5 5 0,4 2 0,-4 7 0,-1 1 0,-1 1 0,0-3 0,8-6 0,3-4 0,2-2 0,0-2 0,2-6 0,3-2 0,3-3 0,1 0 0,4-2 0,0 0 0,0 0 0,-1 0 0,-1 0 0,0 0 0,1-1 0,-1 1 0,0 0 0,0-1 0,1 1 0,2 2 0,-1 1 0,1 0 0,-1-1 0,1-3 0,1-2 0,-2 1 0,3 0 0,-3 1 0,2-1 0,-3 1 0,3-3 0,-3 3 0,3 0 0,-1-1 0,0 2 0,1-3 0,-2 2 0,2 0 0,-1-2 0,0 4 0,-1-5 0,0 4 0,1-3 0,1 1 0,-2 2 0,2-2 0,-1 0 0,-1 3 0,2-5 0,-3 6 0,2-5 0,0 1 0,-1 2 0,1-2 0,-3-1 0,0 0 0,2 1 0,1 2 0,-1 0 0,0 0 0,-4 0 0,-1 0 0,2 0 0,-1 1 0,-1-3 0,-8-3 0,-35-2 0,31-2 0,-18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3.274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0 24575,'0'36'0,"0"10"0,0-1 0,0 13 0,0 7 0,0 0 0,0 3 0,0 21 0,0 5-492,0-38 0,0 4 0,0 9 0,0 1 444,0-7 1,0 0 47,0 9 0,0 1 0,0-5 0,0 0 0,0-1 0,0-1-6,0-4 0,0 0 6,0 0 0,0-1 0,0-4 0,0-1 0,0-4 0,0 0 0,0 1 0,0-1 0,0 41 0,0 2 0,0 0 0,0-3 0,0-35 0,0 0 0,0 29 0,0-33 0,0-1-984,0 23 0,0 2 0,0-5 0,0 0 0,0-11 827,0 4 525,0-2-368,0-5 0,0 2 983,0-4 0,0 0 0,0-5 0,0-6 0,0-2 0,0-4-97,0 1-886,0 0 0,0-1 0,0 2 0,0 1 0,0-3 0,0-1 0,0-5 0,0 0 0,0-1 0,0 0 0,0 3 0,0 1 0,0-3 0,0-1 0,0-4 0,0 1 0,0-2 0,0-2 0,0-4 0,0-3 0,0 0 0,0-3 0,0-3 0,0-2 0,0-1 0,0 0 0,0 2 0,0-2 0,0 2 0,0-2 0,0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5.215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6475 1 24575,'-46'0'0,"-7"2"0,-5 4 0,-27 3-492,33-4 0,-3 1 0,-12 0 0,-3-1 19,-7 2 1,-3-1 472,-7 1 0,-2 0-328,23-1 0,-1 0 0,-1 0 0,0 1 0,0 1 0,-2-1 211,-1 1 1,-2 0 0,1 0 116,-3 0 0,0 0 0,0 1 0,4 0 0,-1 0 0,2 0 0,-1-1 0,1 0 0,1 0-232,-30 2 1,2-1 231,8 1 0,3 0 0,9-2 0,3-1 0,5 0 0,2-1-381,5 1 0,0 0 381,0-2 0,0 0 0,-4 0 0,0-1 0,5 1 0,0-2 0,1 0 0,1-1-492,0-1 0,0-1 0,4 1 0,0-1 0,2 0 0,-1 0 678,-1 0 1,1 0-187,-40 0 0,41 0 0,0 0 0,-2 0 0,2 0 0,-37 0 0,-6 0 0,15 0 0,3 3 0,1 2 983,9 6-705,1 6-278,-1 2 0,0 3 691,3 0-691,7 0 983,2 2 0,-1 1 0,2 2 0,-2 2 0,2 3 0,-1 3 0,-2 1-782,4 2-201,3-4 0,1-1 0,4 0 0,-5 1 0,-4 4 0,-1 0 0,4-1 0,7-6 0,6-1 0,3-3 0,4-3 0,3-2 0,5-4 0,4 0 0,2 2 0,3-3 0,1 0 0,1 2 0,-3 2 0,0 2 0,0 2 0,-1-1 0,-2 2 0,0 1 0,0 0 0,1-1 0,-1-1 0,1-2 0,1-3 0,2-1 0,3-2 0,0-2 0,1-1 0,-1 0 0,1 1 0,0 0 0,2 0 0,0-2 0,-1 2 0,0 2 0,1 0 0,-2 1 0,0-1 0,-2 0 0,1 0 0,0 0 0,3-2 0,1-1 0,1-1 0,1 0 0,0 1 0,1-1 0,1-1 0,1 0 0,-1-2 0,1-1 0,-2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6:37.701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1 24575,'49'27'0,"3"0"0,5 9 0,24 14 0,-32-20 0,2 0 0,5 1 0,2 0-492,-1-1 0,-1-3 0,-8-5 0,-1-1-492,44 20 492,-44-20 0,2-1 0,5 1 0,1-1 0,3 1 0,1-1 0,1-3 0,0-1 245,-2-1 1,0-1 246,-3-1 0,2-1 0,4 2 0,1 0 0,0-3 0,1 0 0,1-1 0,1 0 0,-2-2 0,1-1 0,0-1 0,1 0 0,2 2 0,0 0 0,-3-1 0,-1 0 0,0 1 0,0-1 0,-1-1 0,0-1 0,2-1 0,0 0-430,7-1 1,0-1 429,3-1 0,-1-1 0,3 1 0,0-1 0,3 0 0,1 0 0,3 0 0,2 0 491,2 0 1,1 0-1,2 1 1,-1-2-1,2 0 1,0-2-1,-1 0 1,-1-2-332,-11 0 0,-2 0-160,-6-1 0,-3 0 0,-7 0 0,-2 1 0,41-4 0,-2-1-288,-12 4 288,-6 2 0,13 1 0,3 2 0,4 0 0,-1 1 0,-3 0 0,5 0 0,-6 0 0,1 0 0,-6 0 0,-5 3 0,2 3 0,-13 4 0,-5 3 0,-4 3 0,-4 4 739,4 4-739,4 6 0,0 4 0,0 2 0,-1 4 0,-2-3 0,2 3 0,-4 2 0,-1 1 983,-5-2-778,-4 0 778,-3-4 0,-4 2-958,-7-3 333,-5-3-358,-3-3 0,-3-2 0,1 3 0,-2 3 0,-1 0 0,-2 0 0,-2-1 0,0 0 0,1 4 0,-1 2 0,1 5 0,1 3 0,-1-1 0,-2-4 0,-1-4 0,-2 0 0,-3-3 0,-1 0 0,-2-1 0,0-8 0,-2-3 0,-2-4 0,-2-5 0,-4-2 0,-1-3 0,-1 0 0,2 0 0,0 0 0,1 0 0,-1 2 0,-2-2 0,0 2 0,0-2 0,0 0 0,0 0 0,0 0 0,0 0 0,1 3 0,1-3 0,1 2 0,-1-2 0,-2 0 0,0 3 0,0-3 0,0 3 0,0-4 0,0-1 0,1 8 0,1-2 0,1 2 0,-1-4 0,-2-2 0,0 0 0,0 0 0,0 0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8:27:03.91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1 24575,'46'0'0,"8"5"0,14 10 0,13 11 0,-36-7 0,2 2-405,4 5 1,1 2 404,3 4 0,0 4-492,2 5 0,0 4 203,1 6 0,-1 3 289,-1 3 0,-2 2 0,0 5 0,-3 2 0,0 3 0,-1 3-492,-2 4 0,-3 2 0,0 5 0,-2 3 489,-3-1 0,-2 2 3,-14-24 0,-1 0 0,-1 1 0,-2 1 0,-1 1 0,-2 0 0,0 3 0,-1 0 0,0 2-328,-1 1 0,0 1 0,-2 0 0,-1-2 0,-2 0 0,-2 0 296,0-1 0,-1 0 0,-2 0 32,-1 1 0,-1 0 0,-1 0 0,-1-1 0,-1-2 0,0 1 0,0-1 0,0 0 0,0 0 0,0 1 0,0 0 0,0-1 0,-1 30 0,-2-2 0,-1-8 0,-3-2 0,-3-10 0,-2-3-88,-3-7 1,-2-3 87,0-7 0,0 0 0,-1-1 0,0-2 0,-14 40 0,4-16 983,3-13-615,4-10 615,3-6-101,0-6-882,5-2 0,1-1 983,-2 4 0,2-3-438,0-3-545,-1-3 0,4-5 857,-1-2-857,2-3 0,3-8 0,-1-2 0,0-5 0,-2-3 0,-1-2 0,0-3 0,-3-5 0,-1-5 0,-3-6 0,-3-10 0,-2-9 0,-2-2 0,-4-6 0,-5-2 0,-9-7 0,-7-4 0,-5-1 0,-6-2 0,-11-5 0,0 2 0,1 4 0,3-1 0,7 6 0,-6-3 0,10 4 0,8 12 0,14 8 0,7 8 0,8 8 0,3 4 0,4 6 0,3 5 0,4 15 0,2 2 0,4 12 0,4-6 0,4 2 0,5-2 0,7 10 0,5 9 0,7 8 0,3 7 0,4 5 0,4 8 0,-16-25 0,1 1 0,-2-1 0,0 0 0,-1-2 0,-1 0 0,24 38 0,-9-15 0,5 7 0,-5-6 0,-5-8 0,-4-5 0,-3-6 0,-2-7 0,-4-6 0,-3-8 0,-2-5 0,-3-4 0,-2-5 0,-1 0 0,-2-5 0,-1-3 0,0-2 0,2-2 0,1-1 0,1 0 0,3 0 0,6 0 0,8-5 0,17-6 0,22-13 0,15-13-492,-30 14 0,2-3 239,7-5 0,2-2 253,6-4 0,0-1 0,7-2 0,-1 1 0,-8 3 0,-3 1 0,-4 3 0,-2 1-320,-7 3 0,-2 1 320,-4 1 0,-2 0 0,40-20 0,-17 11 0,-15 13 0,-15 7 0,-10 6 0,-11 4 983,-6 3-526,-2 2-457,-3-5 0,1-1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47:12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0 24575,'-15'0'0,"-3"0"0,-4 0 0,-1 0 0,-4 0 0,3 0 0,2 0 0,1 0 0,5 0 0,0 0 0,5 2 0,5 2 0,3 2 0,3 2 0,0 2 0,-1 1 0,1 3 0,0 2 0,2 2 0,1 3 0,-1 2 0,0 3 0,-1 2 0,-1 2 0,0 2 0,0 1 0,2-1 0,1 0 0,0 3 0,-1 1 0,-2 0 0,0-1 0,0-1 0,0 2 0,0 0 0,0-1 0,3-3 0,-1 0 0,1-5 0,0-4 0,-3-2 0,2 2 0,1 0 0,-1-2 0,0-4 0,-2-2 0,0-1 0,2 1 0,0-3 0,0-3 0,0 1 0,-2-1 0,1 0 0,-1-1 0,0 1 0,0 0 0,1 0 0,1-1 0,1 1 0,-1 0 0,0 0 0,0 0 0,2-2 0,2-2 0,1-3 0,1-4 0,0-2 0,1-2 0,-1-3 0,3 0 0,3-1 0,3 3 0,3 0 0,-1 2 0,0 2 0,1 1 0,-3 2 0,-1 0 0,-2 0 0,-2 0 0,-2 0 0,-1 0 0,-2 0 0,-2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2:47:14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 24575,'-18'0'0,"0"0"0,-1 0 0,-3 0 0,-1 0 0,0 0 0,0 0 0,1 0 0,-1 0 0,0 0 0,3 0 0,3 0 0,3 0 0,4 2 0,4 1 0,4 2 0,2 5 0,0 0 0,0 2 0,2 3 0,0-1 0,2 2 0,0 4 0,-1 0 0,0 7 0,-1 4 0,1 4 0,0 4 0,-1 0 0,-1 5 0,-1 3 0,0 4 0,0-1 0,0-6 0,0-3 0,0-5 0,0-5 0,0-2 0,0-5 0,0-3 0,0-3 0,0-3 0,2-1 0,0-2 0,0 1 0,0-1 0,-1 0 0,-1-1 0,0-2 0,0 2 0,1 1 0,2-1 0,-1 1 0,0-1 0,-2 1 0,0-1 0,0 1 0,0-4 0,0 3 0,0 1 0,0 0 0,0-1 0,0-3 0,0 1 0,0 0 0,0 0 0,2-1 0,0 0 0,1 0 0,-1-1 0,-2 1 0,1 1 0,1-1 0,0 1 0,0 0 0,0-2 0,2-2 0,2-2 0,2-2 0,0-1 0,0 0 0,1 0 0,1 0 0,6 0 0,6 0 0,5 2 0,2 3 0,-1 2 0,1 3 0,0-2 0,1 0 0,-4-1 0,-5-2 0,-4 2 0,-2-2 0,-3-2 0,-4 0 0,-4-3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3:49:34.1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9 24575,'90'-5'0,"2"1"0,-42 4 0,3 0-492,15 0 0,4 0 0,18 0 0,5 0 164,-20 0 0,3 0 0,1 0 102,6 0 0,1 0 0,4 0-20,-8 0 0,2 0 0,2 0 0,0 0 113,0 0 1,1 0-1,-1 0 1,0 0-114,1 0 0,0 0 0,-1 0 0,-1 0 0,-6 0 0,-1 0 0,-1 0 0,-2 0-82,17 0 0,-3 0 0,1 0 0,4 0 0,0 0 0,1 0 0,1 0 0,0 0 0,1 0 7,3 0 0,0 0 1,0 0 320,-5 0 0,0 0 0,-1 0 0,-4 0 0,-1 0 0,-2 0-188,-5 0 1,-2 0 0,-1 0 187,-3 0 0,-2 0 0,0 0 0,-4 0 0,0 0 0,0 0 0,29 0 0,0 0 0,-2 1 0,-2 2 72,-5 1 1,-2 2-73,-6 3 0,-2 1 0,-1 2 0,-2 0 0,-2 3 0,-1 1 491,-2-1 1,-1 1-1,0 2 1,-3 1-179,-7-1 1,-3 1-314,-7-1 0,-1 1 983,36 16 0,-14-2-34,-3-1 34,-13-4 0,-11-4 0,-12-5 0,-7-4 0,-9 0-25,0-1-896,-2 1-62,-2 2 0,-2-2 0,1 4 0,1 1 0,-1 0 0,3 2 0,-3 0 0,1 1 0,1 0 0,-1 1 0,-1-1 0,0 3 0,-1-1 0,0 0 0,1 3 0,0 2 0,2 7 0,0 4 0,1 4 0,-1 0 0,-2 5 0,1 0 0,-1-1 0,-1-2 0,1-5 0,-1-2 0,0 0 0,-2-3 0,-2-3 0,-2-4 0,-1-3 0,1 0 0,0-1 0,-2-3 0,0 0 0,-1-3 0,1-1 0,-1 1 0,0-3 0,-1 0 0,0-3 0,1-2 0,1 2 0,1 0 0,-2 1 0,3 1 0,0-2 0,-2 0 0,1 0 0,-2-2 0,1 0 0,-5-5 0,-21-16 0,3-1 0,-20-16 0,11 6 0,-5 0 0,-15-11 0,-21-13 0,24 14 0,-1-2-492,-9-6 0,-2-1 282,-4-5 0,1 1 210,1-1 0,2 1 0,2 1 0,1 0-300,6 4 1,2 2 299,6 3 0,2 1 0,-32-26 0,15 12 0,14 12 0,15 12 0,9 12 983,13 12-606,20 21 266,4 3-643,15 13 0,-4-8 0,1 0 0,4 2 0,2-1 0,1 0 0,3 1 0,-2-5 0,0 1 0,-2 0 0,-4-3 0,1-1 0,-1-3 0,-2 1 0,1 2 0,0-1 0,1 0 0,0 1 0,1 1 0,2 2 0,1 0 0,-1-2 0,0-2 0,-3-2 0,-3-3 0,-4-1 0,-4-3 0,0 0 0,1 0 0,2 0 0,0 3 0,1 0 0,0 2 0,-1 1 0,-1-4 0,-2 0 0,-2-3 0,-3-1 0,-2-1 0,-3-5 0,-2-3 0,-2-2 0,4-2 0,-3 0 0,3 0 0,-3 0 0,-1-1 0,2-5 0,6-5 0,9-11 0,7-5 0,14-9 0,4-1 0,6-2 0,4-4 0,0 0 0,2-2 0,-1-1 0,-1 0 0,-8 4 0,-5 1 0,-8 7 0,-6 3 0,-8 5 0,-4 7 0,-7 5 0,-2 4 0,-1 1 0,-4 1 0,-2-1 0,-4-5 0,-1 8 0,0-3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3:49:40.653"/>
    </inkml:context>
    <inkml:brush xml:id="br0">
      <inkml:brushProperty name="width" value="0.35" units="cm"/>
      <inkml:brushProperty name="height" value="0.35" units="cm"/>
      <inkml:brushProperty name="color" value="#AC008B"/>
    </inkml:brush>
  </inkml:definitions>
  <inkml:trace contextRef="#ctx0" brushRef="#br0">7297 0 24575,'0'52'0,"0"11"0,0 6 0,0 20-492,0-39 0,0 1 174,0 3 1,0 0 317,0 46 0,0-14 0,0-10 0,0 11 0,0 8 242,0-6-242,0-9 0,-2-21 335,-1-1-335,-5 3 0,-3-2 0,-1 5 817,-5 2-817,-1-3 0,-3-2 225,-2-4-225,-2-5 0,-4 1 0,-3-3 0,-6-4 0,-10-1 0,-11-6 0,-20-1-492,26-20 0,-4-1 0,-14-2 0,-5-2 82,-12 3 1,-6-1 409,23-5 0,-2 0 0,-3-1 0,-11 0 0,-2 0 0,-1 0-328,-1-1 0,1 1 0,-2-1 0,-5 1 0,-1 0 0,0 0 0,0 1 0,1 0 0,0 1 0,5-1 0,1 1 0,-1 0 0,-4 0 0,0 1 0,2 0 0,4 0 0,2-1 0,0 1 0,5-2 0,1 0 0,0 1 0,5 0 0,1 0 0,1 0 21,5-2 1,1 1 0,0-1 306,3 0 0,0 0 0,0 1 0,-30 4 0,2-1 237,3-1 0,1-1-237,2-1 0,0-1 0,4-3 0,0-2 0,1-2 0,1 0 0,1-1 0,0-1 0,3 0 0,0 0 0,6 0 0,0 0 0,1 0 0,1 0 491,1 0 1,2 0-1,3 1 1,2 1-1,6 0 1,2 0-1,-2 1 1,1 1-1,-1 2 1,1-1-325,4 0 1,1-1-168,-2 2 0,2-1 0,-37 6 0,2 0 0,-5-1 0,5 0 0,4-3 0,4-3 0,6-1 983,4-3 0,12 0 0,4 0 0,8 0-460,8 0-523,4 0 983,10 0-866,3 0 182,6 0-299,-1 1 0,1 1 0,4 2 0,1 0 0,0 2 0,-1-3 0,-1 1 0,14-24 0,2 4 0,14-20 0,2 7 0,2-4 0,4-5 0,1-3 0,-2 1 0,1 2 0,-4 2 0,3 2 0,-5 3 0,-1 4 0,-4 6 0,-6 6 0,-1 6 0,-2 5 0,-3 15 0,-3-4 0,-6 14 0,-4-11 0,-4 7 0,-4 2 0,-3 3 0,-4 6 0,1-3 0,-2 3 0,-1 1 0,-2 1 0,-1 3 0,0-2 0,-3-1 0,2 0 0,-2-1 0,2-2 0,4-3 0,0-3 0,4 0 0,-1-3 0,3-3 0,5-2 0,3-4 0,5 0 0,2 0 0,0 0 0,3 0 0,0 3 0,0-3 0,0 3 0,0-4 0,9-2 0,1-2 0,11 0 0,0 0 0,6 3 0,7 3 0,-1 2 0,8 5 0,-4 4 0,0 3 0,2 3 0,-4 0 0,2 2 0,-3 1 0,0-1 0,0 2 0,0 0 0,1-1 0,-4-2 0,-4-4 0,-4-3 0,-4-3 0,-4-3 0,-5-3 0,-5-3 0,-2-4 0,-3-1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3:49:49.166"/>
    </inkml:context>
    <inkml:brush xml:id="br0">
      <inkml:brushProperty name="width" value="0.35" units="cm"/>
      <inkml:brushProperty name="height" value="0.35" units="cm"/>
      <inkml:brushProperty name="color" value="#163E64"/>
    </inkml:brush>
  </inkml:definitions>
  <inkml:trace contextRef="#ctx0" brushRef="#br0">7161 2076 24575,'-44'0'0,"-11"0"0,-15 0 0,-20 0 0,31 0 0,-4 0-492,-9 0 0,-3 0 0,-8 0 0,-4 0 0,-9 0 0,-2 0 0,0 0 0,-2 0 164,30 0 0,0 0 0,-1 0 312,-1 0 1,1 0 0,-1 0 15,3 1 0,-1 1 0,1-1 0,0 1 0,0 0 0,1-1 0,-1 1 0,1 0 0,-1-1 0,-3 1 0,1-1 0,-1 0 0,0 0 0,0-2 0,0 1 0,1 0 0,-1 0 0,1 0 0,-2 0 0,0 0 0,0 0 0,-1 0 0,0 0 0,0 0 0,-3 0 0,0 0 0,0 0-328,-2 1 0,0-1 0,0-1 1,2-1 0,0-1 0,2 0 327,6-1 0,1 0 0,1-1 0,-29-4 0,2-3-35,6-1 1,1-1 34,5 1 0,0-1 0,-4 0 0,0-1 0,10 3 0,2 0-350,5 1 0,2 1 350,6 1 0,2 0 0,5 1 0,1 1 491,1 0 1,0 0 185,-42-4-677,9 0 0,1-8 0,8-1 0,4-5 0,0-6 0,3-1 0,2-5 0,2-4 0,2-3 0,8-1 983,0 0 0,7 1 0,9 4 0,5 0 0,9 0-198,7 4-445,3 0-340,6-1 0,3-3 0,2-3 0,4-4 0,-1-1 0,1-2 0,0-1 0,0-1 0,0-2 0,0 2 0,0 0 0,0 1 0,2 8 0,3 4 0,3 7 0,3 3 0,-1 6 0,-1 3 0,1 3 0,-1 3 0,0 0 0,0-1 0,0-1 0,-1 1 0,-2-1 0,-1 2 0,-2 2 0,-1 5 0,-25 28 0,5-4 0,-30 30 0,7-9 0,-5 4 0,-2 2 0,4-6 0,-6 3 0,-3 0 0,0 0 0,-1 0 0,3-3 0,1-2 0,3-6 0,7-8 0,6-6 0,8-4 0,6-4 0,5-3 0,7-6 0,2-9 0,3-8 0,3-7 0,0 0 0,2-1 0,3 0 0,3 0 0,2-2 0,1-1 0,1-3 0,2 0 0,2-3 0,0-4 0,2-4 0,1-3 0,2 0 0,5-1 0,4-2 0,4 0 0,0 4 0,-1 1 0,0 0 0,0 2 0,2 1 0,-1 7 0,-2 6 0,-5 9 0,-3 5 0,-3 7 0,-3 5 0,-2 1 0,-4 0 0,-2 1 0,-1 1 0,0 5 0,0 3 0,-1 3 0,-1 2 0,-3-2 0,-1 1 0,1-1 0,-1 0 0,1 0 0,0-3 0,1 2 0,1 1 0,2 2 0,6 6 0,5 1 0,6 7 0,8 5 0,3 3 0,6 6 0,1 4 0,-2 1 0,-1 2 0,-4-3 0,-3-1 0,-4-5 0,-4-3 0,-4-5 0,-3-6 0,-3-4 0,-3-5 0,-4-3 0,1 0 0,-2-4 0,0 0 0,-2-3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3:50:01.762"/>
    </inkml:context>
    <inkml:brush xml:id="br0">
      <inkml:brushProperty name="width" value="0.35" units="cm"/>
      <inkml:brushProperty name="height" value="0.35" units="cm"/>
      <inkml:brushProperty name="color" value="#5B2B90"/>
    </inkml:brush>
  </inkml:definitions>
  <inkml:trace contextRef="#ctx0" brushRef="#br0">0 2974 24575,'0'-46'0,"0"-2"0,0-9 0,0-8 0,0-9 0,0-6 0,0-5 0,0 4 0,0 4 0,0 8 0,0 3 0,0-6 0,0-3 0,0 6 0,2 5 0,5 5 0,8 4 0,6 7 0,6 2 0,6 1 0,0 4 0,12-5 0,7 0 0,9 4 0,9-1 0,1 6 0,5 0 0,5-4-622,9 1 622,-42 21 0,0-1 0,2 2 0,0 0 0,-2 0 0,0 0 0,0 0 0,1 0 0,1 1 0,1 1 0,0-2 0,1 0 0,4 1 0,0 0 0,2-1 0,1 1 0,0 0 0,1 0 0,1 1 0,1 1-492,0 0 0,0 2 489,0-1 0,0 1 3,0-1 0,0 1 0,0 0 0,0 1 0,-3 1 0,1-1 0,-2 2 0,1 1 0,-2 1 0,0 1 0,0-1 0,0 1 0,2-1 0,0 0 0,-2 1 0,0-1 0,1 1 0,0-1 0,0 0 0,0 1 0,1 1 0,0 0 0,3 0 0,-1 1 0,1 1 0,-1 0 0,-6 2 0,-1 0 0,-3 0 0,-1 1 0,35 1 0,0 0 0,-4 0 0,0 0 0,-9 0 0,-14 0 0,-1 0 0,-9 0 0,4 0 591,1 0-591,1 0 983,1 0-945,5 2-38,-6 1 0,-5 0 0,-7 2 0,-5-3 0,2 1 0,0 0 0,-2-3 0,-3 1 0,2-1 0,1 0 0,2 0 0,-3 0 0,-1 0 0,4 0 0,2 0 0,6 0 0,6 0 0,-1 0 0,-1 0 0,-1 0 0,-3 0 0,-5 0 0,-3 0 0,-7 0 0,-11 0 0,-2 0 0,-7 0 0,-3 0 0,0 0 0,-7-14 0,-15-11 0,-13-13 0,-14-4 0,-3-1 0,-1 3 0,3 3 0,1 4 0,0 4 0,1 3 0,-1-1 0,0 3 0,1 4 0,-1-1 0,-5 3 0,-2-2 0,-3 0 0,-2-3 0,1-4 0,-3 0 0,1-2 0,4 2 0,3 0 0,9 1 0,5 6 0,9 3 0,6 6 0,6 8 0,25 29 0,-4-10 0,27 22 0,-9-20 0,3 0 0,2 0 0,3-1 0,9 5 0,0 3 0,11 9 0,-2 2 0,5 3 0,3 3 0,-4 1 0,0 2 0,-3-3 0,2-3 0,-4-6 0,11-1 0,6-2 0,-7-5 0,4-5-984,-8-5 0,-7-5 0,1 1 0,-12-1 0,-6 0 0,-1 0 104,-8 0 880,-5-1 983,-7-2 0,-3-2 0,-2 0 0,-2 0 0,-29 1 0,3 2-97,-25 3-886,15 0 0,-2 1 0,5 1 0,-2 2 0,-2 6 0,-3 7 0,-5 4 0,-4 3 0,-1 4 0,-3 4 0,-1 2 0,-1 2 0,0-3 0,2-1 0,1 0 0,1-3 0,2-1 0,-1-2 0,6-2 0,2 0 0,4-4 0,6-2 0,4-5 0,6-4 0,3-4 0,3-2 0,2 0 0,1-3 0,0-2 0,-2-5 0,-2-3 0,-2-2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4:02:51.78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672 0 24575,'53'5'0,"5"-1"0,11-4 0,20 0 0,-25 0 0,1 0 0,29 0 0,-33 0 0,-4 0 0,3 0 0,0 2 0,-13 4 0,-11 3 0,-16 5 0,-8 2 0,-3 7 0,-5 11 0,0 11 0,-2 20 0,-2 15 0,1 18-492,-1-43 0,0 1 466,0 2 0,0 1 26,0 2 0,0 1 0,0-1 0,0 1 0,0 3 0,0 1 0,0 0 0,0 0 0,0 5 0,0 0-492,0 3 0,0 1 215,0 2 0,0 1 277,0 4 0,0 1 0,0 0 0,0 0-492,0 6 0,0 1 0,-2 3 0,0 0 472,-1 1 0,0-1 20,1 1 0,-1-2 0,1-9 0,0-4-450,2-8 0,0-1 450,0-6 0,0-1 0,1-7 0,-2 0 293,0-2 1,-1-1-294,-1 38 0,-4-15 0,1-19 983,2-11-626,1-10 626,2-10 0,-2 0 0,1-6-651,-1 0-58,3 0-274,-1-1 0,1 0 0,-2 1 0,0 2 0,0 1 0,-1-1 0,3-1 0,-1-3 0,1-3 0,0-2 0,0-2 0,0-1 0,-2-3 0,-11-2 0,2-2 0,-10-2 0,5-1 0,-4 0 0,-5 0 0,-10-3 0,-16-3 0,-17-4 0,-23-1-339,36 6 1,-3 0 338,-8-1 0,-3 0-492,-6 1 0,0 0 438,4 1 1,2 0 53,5 0 0,3 1 0,6 0 0,3 1 0,-40-2 0,9 1 0,15 3 0,20 0 0,18 0 0,12-2 0,11-2 0,5-2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4:02:52.91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2250 24575,'54'0'0,"-1"0"0,0 0 0,3 0 0,27 0 0,11 0-328,-16-1 0,6 0 0,8-1 131,-7 0 0,7-1 1,5-1-1,2 0 0,0 0 33,-15 1 0,2-1 0,0 0 0,1-1 0,1 1 0,1-1 0,7-1 0,0 0 0,2 0 0,1-1 0,-1 0 0,-1-1 0,1 0 0,0 0 0,1 0 0,-2-1 0,-3 0 0,-3 0-33,-3-1 0,-3 1 1,-3-1-1,0-1 0,1 0 0,5 0 0,1-1 1,0 0-1,-2-1 0,-4-1-49,2-2 0,-4-1 0,-2-1 0,-2-1-82,14-7 0,-3-2 0,-3-2 0,-7-1 0,-2-3 0,-5-4 0,-11-1 0,-5-4 0,-4-3 0,-4-2 0,-4-4 0,-4-3 0,-4-4 0,-4-2 0,-2-2 256,-3 0 0,-3-1 1,-2 0 71,5-31 0,-5 0 491,-4 11 1,-2 2-1,-1 6 1,0 1-1,-1 3 1,-1 3-1,-1 8 1,-1 2-1,0 2 1,-1 2 491,5-26 0,-4 22 0,-1 23-738,-2 18 1,-4 9 0,1 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8256E-5477-F243-9E17-3E133354FE01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F1BBC-FE56-9840-BE0F-01A5EDAB0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4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here does ChatGPT vs who codes (even vibe codes)</a:t>
            </a:r>
          </a:p>
          <a:p>
            <a:r>
              <a:rPr lang="en-US" dirty="0"/>
              <a:t>Web vs code: you can see more of what happens ‘inside’ with code</a:t>
            </a:r>
          </a:p>
          <a:p>
            <a:r>
              <a:rPr lang="en-US" dirty="0"/>
              <a:t>We’ll address both, same concepts, they just live in different places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9F1BBC-FE56-9840-BE0F-01A5EDAB0F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6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8E3B-4779-0204-E2CC-E11D71715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775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AF70A-A444-A7F2-CAB5-17C076792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4431"/>
            <a:ext cx="9144000" cy="1471246"/>
          </a:xfrm>
        </p:spPr>
        <p:txBody>
          <a:bodyPr/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810AF-B255-989A-DB2C-742EBB68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C29A0-8175-3C72-EA68-59CD0ABC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551B-A660-BC92-10B3-A652AA9F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5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CEB3-B5B8-36BA-521C-726D2B8E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4BEF-A167-C607-3D4B-7801B32F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14ED-4303-534C-8378-9D99195C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467C3-AB05-F1E5-B2C2-1CD2E39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6C61-B2FB-CD29-727E-890FD0A9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CEB3-B5B8-36BA-521C-726D2B8E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4BEF-A167-C607-3D4B-7801B32F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14ED-4303-534C-8378-9D99195C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467C3-AB05-F1E5-B2C2-1CD2E39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6C61-B2FB-CD29-727E-890FD0A9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9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4BEF-A167-C607-3D4B-7801B32F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14ED-4303-534C-8378-9D99195C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467C3-AB05-F1E5-B2C2-1CD2E39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6C61-B2FB-CD29-727E-890FD0A9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49DDD-5001-FFC0-1259-1EC0531BA1E2}"/>
              </a:ext>
            </a:extLst>
          </p:cNvPr>
          <p:cNvSpPr txBox="1"/>
          <p:nvPr userDrawn="1"/>
        </p:nvSpPr>
        <p:spPr>
          <a:xfrm>
            <a:off x="332764" y="700269"/>
            <a:ext cx="2383601" cy="584775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sample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112B3-0E16-C203-76DF-D008A1603E2E}"/>
              </a:ext>
            </a:extLst>
          </p:cNvPr>
          <p:cNvSpPr txBox="1"/>
          <p:nvPr userDrawn="1"/>
        </p:nvSpPr>
        <p:spPr>
          <a:xfrm>
            <a:off x="4135383" y="686539"/>
            <a:ext cx="1633589" cy="584775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try it 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1BFA2-B073-8057-B306-226560405859}"/>
              </a:ext>
            </a:extLst>
          </p:cNvPr>
          <p:cNvSpPr txBox="1"/>
          <p:nvPr userDrawn="1"/>
        </p:nvSpPr>
        <p:spPr>
          <a:xfrm>
            <a:off x="7187990" y="700269"/>
            <a:ext cx="1701748" cy="584775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evaluate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34BE9CF-2AD1-A63E-4A44-75AE8F83CD71}"/>
                  </a:ext>
                </a:extLst>
              </p14:cNvPr>
              <p14:cNvContentPartPr/>
              <p14:nvPr userDrawn="1"/>
            </p14:nvContentPartPr>
            <p14:xfrm>
              <a:off x="2724812" y="800836"/>
              <a:ext cx="1108440" cy="397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34BE9CF-2AD1-A63E-4A44-75AE8F83CD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1812" y="737836"/>
                <a:ext cx="123408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636ECD7-8A54-422F-2AF6-61A04DE18938}"/>
                  </a:ext>
                </a:extLst>
              </p14:cNvPr>
              <p14:cNvContentPartPr/>
              <p14:nvPr userDrawn="1"/>
            </p14:nvContentPartPr>
            <p14:xfrm>
              <a:off x="5773691" y="800837"/>
              <a:ext cx="1166040" cy="308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636ECD7-8A54-422F-2AF6-61A04DE189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0691" y="737837"/>
                <a:ext cx="12916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5D87C49-E800-2565-9D58-EAD480D4F514}"/>
                  </a:ext>
                </a:extLst>
              </p14:cNvPr>
              <p14:cNvContentPartPr/>
              <p14:nvPr userDrawn="1"/>
            </p14:nvContentPartPr>
            <p14:xfrm>
              <a:off x="8879254" y="747934"/>
              <a:ext cx="1036440" cy="469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5D87C49-E800-2565-9D58-EAD480D4F5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6254" y="685294"/>
                <a:ext cx="1162080" cy="5950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1D4E7B0-5F89-781D-EBB5-EF0A700DBEE9}"/>
              </a:ext>
            </a:extLst>
          </p:cNvPr>
          <p:cNvSpPr txBox="1"/>
          <p:nvPr userDrawn="1"/>
        </p:nvSpPr>
        <p:spPr>
          <a:xfrm>
            <a:off x="10240597" y="708699"/>
            <a:ext cx="1289905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adjust</a:t>
            </a:r>
          </a:p>
        </p:txBody>
      </p:sp>
    </p:spTree>
    <p:extLst>
      <p:ext uri="{BB962C8B-B14F-4D97-AF65-F5344CB8AC3E}">
        <p14:creationId xmlns:p14="http://schemas.microsoft.com/office/powerpoint/2010/main" val="161355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9A83-076F-68A3-BD5D-5BF1142F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F82B6-7CEC-4DEA-4538-F30781512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highlight>
                  <a:srgbClr val="FFFC00"/>
                </a:highlight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101D-6EE7-1141-B4B2-DEAE2C47C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1468B-9EEA-914A-B3F8-18F3FC9F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479AC-3A0E-6A9A-18B1-4CE1DE14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9A83-076F-68A3-BD5D-5BF1142F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10308"/>
            <a:ext cx="10515600" cy="5946042"/>
          </a:xfrm>
        </p:spPr>
        <p:txBody>
          <a:bodyPr anchor="ctr"/>
          <a:lstStyle>
            <a:lvl1pPr>
              <a:defRPr sz="6000" b="1" i="0">
                <a:latin typeface="Toppan Bunkyu Gothic Regular" panose="020B0400000000000000" pitchFamily="34" charset="-128"/>
                <a:ea typeface="Toppan Bunkyu Gothic Regular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101D-6EE7-1141-B4B2-DEAE2C47C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1468B-9EEA-914A-B3F8-18F3FC9F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479AC-3A0E-6A9A-18B1-4CE1DE14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4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9225-395F-6CBE-66D1-CC71A675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D4FC-98CF-81E1-0B64-DE6C7D2F9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EC414-010C-0340-133E-1A35243E8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D9E7D-8ED3-92B8-DC64-4D2AC945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A53F0-04CC-6AC5-3474-DA3DB855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33700-9193-E72F-437E-24A61946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8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6253-262D-B3D0-5DFB-E1919A1F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863EA-B3E6-A909-C296-D8B342817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78986-2082-97A9-2BA9-5F88FEEAC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29DD3-27EA-610F-6F0C-A3AB39D62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BC480-6CA1-4F96-95D5-54581AF22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4A07DE-5F8F-184F-31F1-F75C0807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A7993-FAB1-A6D7-FE91-0F6F3361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CB0FE-B0E3-B151-1467-486EE8D0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2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5A27-239D-FF1B-53FB-F36AEDCE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26E00-D187-2546-3B94-A081477D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DF131-46AD-843C-090C-FE9946B1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79CE2-C1BB-FB35-D652-FFA617F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5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EDC4C-F781-BE5F-D8C5-7B482A75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7A779-C974-62ED-C603-8E848579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4A342-D5F1-6C76-5E3C-345EA192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9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5C00-41E9-16E3-DCAB-59F453C4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0204-2EC5-A8BE-1AEA-CAA7744D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EB47A-19DC-6F07-FEC0-D8180B756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F2E73-B209-FCAD-5E13-B130CEB5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D110B-A287-71E5-6950-EE9A10CF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5E732-4E9D-27E0-CA46-884D15E5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54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3D40-378E-4B2A-DC6E-4DFEE05A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6385C-F24B-F8C9-8349-D30D51A808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03F4E-51C3-C734-5CAF-8B0F318E6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D4648-49F8-473E-3382-C3535DFA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EF80D-5A88-6271-6CB6-73870883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7C003-2B1C-750A-EA52-38BD85C8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13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EA71-ECE8-92E5-1ACB-7073446A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A586A-5BF0-CD97-5A26-DB54B403F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3B47-C3BC-F966-85B3-5163856A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D71D-F238-B1E8-9E4D-87174F5D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5828-DB33-E0C7-B777-3F9A3FFB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8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CEBA6-B01E-61AB-E424-F4A209736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B6FB0-A6DC-84E7-7FAF-F91E30759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650B-6941-823E-A081-8FA71136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E05C-CBD6-0BB1-C33A-D8D7078F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5AD7-8A03-D135-CC01-56FFCD85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3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32AE9-DDEB-C5B4-A42A-810A3063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70AE-BEC5-7C06-9BFB-6A2041824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DC71A-1CE9-6ED9-5F08-B8B180AA5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5F2D5-9F53-F146-8CD4-F662252CF9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3C124-33EB-1A4E-7135-AAC6572AB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DF833-91B0-9D1C-2491-F69D2071F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65991-21DA-BE4E-A94D-404465F6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51" r:id="rId5"/>
    <p:sldLayoutId id="214748366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oppan Bunkyu Midashi Gothic Extrabold" panose="020B0900000000000000" pitchFamily="34" charset="-128"/>
          <a:ea typeface="Toppan Bunkyu Midashi Gothic Extrabold" panose="020B09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oppan Bunkyu Gothic Regular" panose="020B0400000000000000" pitchFamily="34" charset="-128"/>
          <a:ea typeface="Toppan Bunkyu Gothic Regular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oppan Bunkyu Gothic Regular" panose="020B0400000000000000" pitchFamily="34" charset="-128"/>
          <a:ea typeface="Toppan Bunkyu Gothic Regular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oppan Bunkyu Gothic Regular" panose="020B0400000000000000" pitchFamily="34" charset="-128"/>
          <a:ea typeface="Toppan Bunkyu Gothic Regular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oppan Bunkyu Gothic Regular" panose="020B0400000000000000" pitchFamily="34" charset="-128"/>
          <a:ea typeface="Toppan Bunkyu Gothic Regular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oppan Bunkyu Gothic Regular" panose="020B0400000000000000" pitchFamily="34" charset="-128"/>
          <a:ea typeface="Toppan Bunkyu Gothic Regular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5.xml"/><Relationship Id="rId12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11" Type="http://schemas.openxmlformats.org/officeDocument/2006/relationships/customXml" Target="../ink/ink7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4.xml"/><Relationship Id="rId9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customXml" Target="../ink/ink14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17.png"/><Relationship Id="rId21" Type="http://schemas.openxmlformats.org/officeDocument/2006/relationships/customXml" Target="../ink/ink18.xml"/><Relationship Id="rId7" Type="http://schemas.openxmlformats.org/officeDocument/2006/relationships/image" Target="../media/image19.png"/><Relationship Id="rId12" Type="http://schemas.openxmlformats.org/officeDocument/2006/relationships/customXml" Target="../ink/ink13.xml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2" Type="http://schemas.openxmlformats.org/officeDocument/2006/relationships/customXml" Target="../ink/ink8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10.xml"/><Relationship Id="rId11" Type="http://schemas.openxmlformats.org/officeDocument/2006/relationships/image" Target="../media/image21.png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5" Type="http://schemas.openxmlformats.org/officeDocument/2006/relationships/image" Target="../media/image18.png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28" Type="http://schemas.openxmlformats.org/officeDocument/2006/relationships/image" Target="../media/image29.png"/><Relationship Id="rId10" Type="http://schemas.openxmlformats.org/officeDocument/2006/relationships/customXml" Target="../ink/ink12.xml"/><Relationship Id="rId19" Type="http://schemas.openxmlformats.org/officeDocument/2006/relationships/customXml" Target="../ink/ink17.xml"/><Relationship Id="rId31" Type="http://schemas.openxmlformats.org/officeDocument/2006/relationships/customXml" Target="../ink/ink23.xml"/><Relationship Id="rId4" Type="http://schemas.openxmlformats.org/officeDocument/2006/relationships/customXml" Target="../ink/ink9.xml"/><Relationship Id="rId9" Type="http://schemas.openxmlformats.org/officeDocument/2006/relationships/image" Target="../media/image20.png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21.xml"/><Relationship Id="rId30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customXml" Target="../ink/ink24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customXml" Target="../ink/ink26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customXml" Target="../ink/ink25.xml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customXml" Target="../ink/ink28.xml"/><Relationship Id="rId7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customXml" Target="../ink/ink29.xml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17.png"/><Relationship Id="rId21" Type="http://schemas.openxmlformats.org/officeDocument/2006/relationships/customXml" Target="../ink/ink41.xml"/><Relationship Id="rId34" Type="http://schemas.openxmlformats.org/officeDocument/2006/relationships/image" Target="../media/image47.png"/><Relationship Id="rId7" Type="http://schemas.openxmlformats.org/officeDocument/2006/relationships/image" Target="../media/image19.png"/><Relationship Id="rId12" Type="http://schemas.openxmlformats.org/officeDocument/2006/relationships/customXml" Target="../ink/ink36.xml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33" Type="http://schemas.openxmlformats.org/officeDocument/2006/relationships/customXml" Target="../ink/ink47.xml"/><Relationship Id="rId2" Type="http://schemas.openxmlformats.org/officeDocument/2006/relationships/customXml" Target="../ink/ink31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45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3.xml"/><Relationship Id="rId11" Type="http://schemas.openxmlformats.org/officeDocument/2006/relationships/image" Target="../media/image21.png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5" Type="http://schemas.openxmlformats.org/officeDocument/2006/relationships/image" Target="../media/image18.png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28" Type="http://schemas.openxmlformats.org/officeDocument/2006/relationships/image" Target="../media/image29.png"/><Relationship Id="rId10" Type="http://schemas.openxmlformats.org/officeDocument/2006/relationships/customXml" Target="../ink/ink35.xml"/><Relationship Id="rId19" Type="http://schemas.openxmlformats.org/officeDocument/2006/relationships/customXml" Target="../ink/ink40.xml"/><Relationship Id="rId31" Type="http://schemas.openxmlformats.org/officeDocument/2006/relationships/customXml" Target="../ink/ink46.xml"/><Relationship Id="rId4" Type="http://schemas.openxmlformats.org/officeDocument/2006/relationships/customXml" Target="../ink/ink32.xml"/><Relationship Id="rId9" Type="http://schemas.openxmlformats.org/officeDocument/2006/relationships/image" Target="../media/image20.png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44.xml"/><Relationship Id="rId30" Type="http://schemas.openxmlformats.org/officeDocument/2006/relationships/image" Target="../media/image30.png"/><Relationship Id="rId8" Type="http://schemas.openxmlformats.org/officeDocument/2006/relationships/customXml" Target="../ink/ink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7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customXml" Target="../ink/ink49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5" Type="http://schemas.openxmlformats.org/officeDocument/2006/relationships/image" Target="../media/image63.png"/><Relationship Id="rId4" Type="http://schemas.openxmlformats.org/officeDocument/2006/relationships/customXml" Target="../ink/ink51.xml"/><Relationship Id="rId9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80.png"/><Relationship Id="rId5" Type="http://schemas.openxmlformats.org/officeDocument/2006/relationships/customXml" Target="../ink/ink55.xml"/><Relationship Id="rId4" Type="http://schemas.openxmlformats.org/officeDocument/2006/relationships/image" Target="../media/image67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EEE7-25F2-B0B9-B543-864309199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Stress-Testing AI:</a:t>
            </a:r>
            <a:br>
              <a:rPr lang="en-US" dirty="0"/>
            </a:br>
            <a:r>
              <a:rPr lang="en-US" sz="4800" dirty="0"/>
              <a:t>How to Evaluate Whether Your AI Tools Are 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474CE-F206-3901-E5B8-3BB4C27CA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Jonathan Soma</a:t>
            </a:r>
          </a:p>
          <a:p>
            <a:r>
              <a:rPr lang="en-US" dirty="0"/>
              <a:t>js4571@columbia.edu @</a:t>
            </a:r>
            <a:r>
              <a:rPr lang="en-US" dirty="0" err="1"/>
              <a:t>dangerscarf</a:t>
            </a:r>
            <a:endParaRPr lang="en-US" dirty="0"/>
          </a:p>
          <a:p>
            <a:r>
              <a:rPr lang="en-US" dirty="0"/>
              <a:t>Columbia University</a:t>
            </a:r>
          </a:p>
        </p:txBody>
      </p:sp>
    </p:spTree>
    <p:extLst>
      <p:ext uri="{BB962C8B-B14F-4D97-AF65-F5344CB8AC3E}">
        <p14:creationId xmlns:p14="http://schemas.microsoft.com/office/powerpoint/2010/main" val="537197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3906-369A-B2E1-A877-F4AFA5F6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definitions of “working”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757AF-5B92-F671-18AD-EAABA8CB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Serving a true user need </a:t>
            </a:r>
            <a:r>
              <a:rPr lang="en-US" dirty="0"/>
              <a:t>vs </a:t>
            </a:r>
            <a:r>
              <a:rPr lang="en-US" b="1" dirty="0">
                <a:solidFill>
                  <a:srgbClr val="FF0000"/>
                </a:solidFill>
              </a:rPr>
              <a:t>the tech is working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“We made an AI chatbot to answer questions about elections”</a:t>
            </a:r>
          </a:p>
          <a:p>
            <a:pPr lvl="1"/>
            <a:r>
              <a:rPr lang="en-US" b="1" dirty="0"/>
              <a:t>Does the reader want to engage with it? </a:t>
            </a:r>
            <a:r>
              <a:rPr lang="en-US" dirty="0"/>
              <a:t>Not for today!</a:t>
            </a:r>
          </a:p>
          <a:p>
            <a:pPr lvl="1"/>
            <a:r>
              <a:rPr lang="en-US" b="1" dirty="0"/>
              <a:t>Does it give accurate responses?</a:t>
            </a:r>
            <a:r>
              <a:rPr lang="en-US" dirty="0"/>
              <a:t> This is our session!</a:t>
            </a:r>
          </a:p>
        </p:txBody>
      </p:sp>
    </p:spTree>
    <p:extLst>
      <p:ext uri="{BB962C8B-B14F-4D97-AF65-F5344CB8AC3E}">
        <p14:creationId xmlns:p14="http://schemas.microsoft.com/office/powerpoint/2010/main" val="323645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0E13-3C36-DDD4-1F3E-20702FB5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Fear not, failure is normal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8432-2BFC-E5A1-919B-D9FF4B675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failure just becomes one more thing to test for</a:t>
            </a:r>
          </a:p>
          <a:p>
            <a:r>
              <a:rPr lang="en-US" dirty="0"/>
              <a:t>Don’t cry because it failed, smile because it happened </a:t>
            </a:r>
            <a:r>
              <a:rPr lang="en-US" dirty="0">
                <a:solidFill>
                  <a:srgbClr val="FF0000"/>
                </a:solidFill>
              </a:rPr>
              <a:t>:/</a:t>
            </a:r>
          </a:p>
          <a:p>
            <a:r>
              <a:rPr lang="en-US" dirty="0"/>
              <a:t>The stakes are lower than you think, I swear, every newsroom has screwed up</a:t>
            </a:r>
          </a:p>
          <a:p>
            <a:r>
              <a:rPr lang="en-US" u="sng" dirty="0"/>
              <a:t>But you do have an obligation to not screw up!</a:t>
            </a:r>
          </a:p>
        </p:txBody>
      </p:sp>
    </p:spTree>
    <p:extLst>
      <p:ext uri="{BB962C8B-B14F-4D97-AF65-F5344CB8AC3E}">
        <p14:creationId xmlns:p14="http://schemas.microsoft.com/office/powerpoint/2010/main" val="107547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C948E1-CD89-ECFC-C8D8-C7EA6968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4" y="0"/>
            <a:ext cx="485095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E52C11-AD56-403E-B180-5815E8FC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79" y="0"/>
            <a:ext cx="531819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30262E-4596-A851-5063-27BD3FCAA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975" y="0"/>
            <a:ext cx="495565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668BB6-A830-322D-A191-CC4FD02656AA}"/>
              </a:ext>
            </a:extLst>
          </p:cNvPr>
          <p:cNvSpPr txBox="1"/>
          <p:nvPr/>
        </p:nvSpPr>
        <p:spPr>
          <a:xfrm rot="21264955">
            <a:off x="1981170" y="3075057"/>
            <a:ext cx="7600157" cy="1015663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they all still exist!!!!!</a:t>
            </a:r>
          </a:p>
        </p:txBody>
      </p:sp>
    </p:spTree>
    <p:extLst>
      <p:ext uri="{BB962C8B-B14F-4D97-AF65-F5344CB8AC3E}">
        <p14:creationId xmlns:p14="http://schemas.microsoft.com/office/powerpoint/2010/main" val="369766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0534-3F92-1AC0-0C02-0A7BCBC6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doing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22F7-BB03-DCEB-FB6C-33B0972F9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to the point of evals</a:t>
            </a:r>
          </a:p>
          <a:p>
            <a:r>
              <a:rPr lang="en-US" dirty="0"/>
              <a:t>Checking the </a:t>
            </a:r>
            <a:r>
              <a:rPr lang="en-US" b="1" dirty="0"/>
              <a:t>outputs</a:t>
            </a:r>
            <a:r>
              <a:rPr lang="en-US" dirty="0"/>
              <a:t> of your AI</a:t>
            </a:r>
          </a:p>
          <a:p>
            <a:r>
              <a:rPr lang="en-US" dirty="0"/>
              <a:t>Checking the </a:t>
            </a:r>
            <a:r>
              <a:rPr lang="en-US" b="1" dirty="0"/>
              <a:t>process</a:t>
            </a:r>
            <a:r>
              <a:rPr lang="en-US" dirty="0"/>
              <a:t> inside of your AI</a:t>
            </a:r>
          </a:p>
          <a:p>
            <a:r>
              <a:rPr lang="en-US" dirty="0"/>
              <a:t>What the </a:t>
            </a:r>
            <a:r>
              <a:rPr lang="en-US" b="1" dirty="0"/>
              <a:t>tools</a:t>
            </a:r>
            <a:r>
              <a:rPr lang="en-US" dirty="0"/>
              <a:t> look like, existing and bespoke</a:t>
            </a:r>
          </a:p>
          <a:p>
            <a:r>
              <a:rPr lang="en-US" dirty="0"/>
              <a:t>Minimizing cost while maximizing performance</a:t>
            </a:r>
          </a:p>
          <a:p>
            <a:r>
              <a:rPr lang="en-US" dirty="0"/>
              <a:t>And finally: a couple case studies</a:t>
            </a:r>
          </a:p>
        </p:txBody>
      </p:sp>
    </p:spTree>
    <p:extLst>
      <p:ext uri="{BB962C8B-B14F-4D97-AF65-F5344CB8AC3E}">
        <p14:creationId xmlns:p14="http://schemas.microsoft.com/office/powerpoint/2010/main" val="327258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20C91D-A78C-463D-716C-CC9978FD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3485" y="-86498"/>
            <a:ext cx="6301494" cy="5548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6938BC-6DF1-51B2-F770-3620FD73C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993" y="1309816"/>
            <a:ext cx="5887869" cy="5548184"/>
          </a:xfrm>
          <a:prstGeom prst="rect">
            <a:avLst/>
          </a:prstGeom>
        </p:spPr>
      </p:pic>
      <p:pic>
        <p:nvPicPr>
          <p:cNvPr id="5" name="Picture 4" descr="VSversus - Discord Emoji">
            <a:extLst>
              <a:ext uri="{FF2B5EF4-FFF2-40B4-BE49-F238E27FC236}">
                <a16:creationId xmlns:a16="http://schemas.microsoft.com/office/drawing/2014/main" id="{63A2A63D-3BA0-68C1-553A-5F493925C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5665">
            <a:off x="5019116" y="2673020"/>
            <a:ext cx="2153769" cy="184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4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658D-A2C3-AC50-8B04-D17CDC0B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example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7AC60-6AAB-F333-5BE9-93DE81445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look at each step through the lens of a </a:t>
            </a:r>
            <a:r>
              <a:rPr lang="en-US" b="1" dirty="0"/>
              <a:t>simple research agent </a:t>
            </a:r>
            <a:r>
              <a:rPr lang="en-US" dirty="0"/>
              <a:t>that delivers a report.</a:t>
            </a:r>
          </a:p>
          <a:p>
            <a:pPr lvl="1"/>
            <a:r>
              <a:rPr lang="en-US" dirty="0"/>
              <a:t>Web research</a:t>
            </a:r>
          </a:p>
          <a:p>
            <a:pPr lvl="1"/>
            <a:r>
              <a:rPr lang="en-US" dirty="0"/>
              <a:t>Tool use</a:t>
            </a:r>
          </a:p>
          <a:p>
            <a:pPr lvl="1"/>
            <a:r>
              <a:rPr lang="en-US" dirty="0"/>
              <a:t>Presentation</a:t>
            </a:r>
          </a:p>
          <a:p>
            <a:r>
              <a:rPr lang="en-US" dirty="0"/>
              <a:t>At the end we’ll look at a simpler newsletter summarizer and an “ask our archives” chatbot</a:t>
            </a:r>
          </a:p>
        </p:txBody>
      </p:sp>
    </p:spTree>
    <p:extLst>
      <p:ext uri="{BB962C8B-B14F-4D97-AF65-F5344CB8AC3E}">
        <p14:creationId xmlns:p14="http://schemas.microsoft.com/office/powerpoint/2010/main" val="249004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105CFA-C15E-D63B-1FA8-26D135FC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17" y="0"/>
            <a:ext cx="5602170" cy="2736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50B8F-A672-8586-657A-EFF3A053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40" y="2736798"/>
            <a:ext cx="5797923" cy="4287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94A6DE-5EB2-96D6-CF1C-68E1F3E05C58}"/>
                  </a:ext>
                </a:extLst>
              </p14:cNvPr>
              <p14:cNvContentPartPr/>
              <p14:nvPr/>
            </p14:nvContentPartPr>
            <p14:xfrm>
              <a:off x="184169" y="5216654"/>
              <a:ext cx="2489400" cy="1054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94A6DE-5EB2-96D6-CF1C-68E1F3E05C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169" y="5198654"/>
                <a:ext cx="2525040" cy="109008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2EFCD91-E3B1-C56E-9A5E-7A679D5A7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481" y="0"/>
            <a:ext cx="5233079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FA2BEC3-77F0-2C74-6E69-F38A0D074758}"/>
              </a:ext>
            </a:extLst>
          </p:cNvPr>
          <p:cNvGrpSpPr/>
          <p:nvPr/>
        </p:nvGrpSpPr>
        <p:grpSpPr>
          <a:xfrm>
            <a:off x="178049" y="1050734"/>
            <a:ext cx="11835232" cy="3989880"/>
            <a:chOff x="-204268" y="1050734"/>
            <a:chExt cx="11835232" cy="39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BDE745F-8AE7-366A-6B4F-62DF81491694}"/>
                    </a:ext>
                  </a:extLst>
                </p14:cNvPr>
                <p14:cNvContentPartPr/>
                <p14:nvPr/>
              </p14:nvContentPartPr>
              <p14:xfrm>
                <a:off x="-174388" y="1050734"/>
                <a:ext cx="1744560" cy="93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BDE745F-8AE7-366A-6B4F-62DF814916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-192028" y="1033094"/>
                  <a:ext cx="178020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CFEB51-67AA-9C25-7E67-48278733C0A8}"/>
                    </a:ext>
                  </a:extLst>
                </p14:cNvPr>
                <p14:cNvContentPartPr/>
                <p14:nvPr/>
              </p14:nvContentPartPr>
              <p14:xfrm>
                <a:off x="-204268" y="4342934"/>
                <a:ext cx="1899360" cy="69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CFEB51-67AA-9C25-7E67-48278733C0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-222268" y="4325294"/>
                  <a:ext cx="193500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8321EF-814C-870E-DA5C-7267745F86C6}"/>
                    </a:ext>
                  </a:extLst>
                </p14:cNvPr>
                <p14:cNvContentPartPr/>
                <p14:nvPr/>
              </p14:nvContentPartPr>
              <p14:xfrm>
                <a:off x="6292164" y="2112160"/>
                <a:ext cx="5338800" cy="1602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8321EF-814C-870E-DA5C-7267745F86C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4524" y="2094160"/>
                  <a:ext cx="5374440" cy="163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475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C51D-1ED5-16D7-1681-9D0D375F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ONE: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Get to a good place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BCAE2-5D89-BABC-A8F2-3A8E210B4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D99B-AF9A-8422-D001-39903364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973924-C251-4ADA-80A0-FC63495966FA}"/>
                  </a:ext>
                </a:extLst>
              </p14:cNvPr>
              <p14:cNvContentPartPr/>
              <p14:nvPr/>
            </p14:nvContentPartPr>
            <p14:xfrm>
              <a:off x="3804665" y="1322693"/>
              <a:ext cx="3869280" cy="1933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973924-C251-4ADA-80A0-FC63495966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2025" y="1259693"/>
                <a:ext cx="3994920" cy="20588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F88A6BD-18B5-3A7E-89DA-25DE09E06281}"/>
              </a:ext>
            </a:extLst>
          </p:cNvPr>
          <p:cNvSpPr txBox="1"/>
          <p:nvPr/>
        </p:nvSpPr>
        <p:spPr>
          <a:xfrm>
            <a:off x="1246667" y="5245821"/>
            <a:ext cx="2540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web 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5FC0A-C375-FC03-1ABA-CFC9D625E61B}"/>
              </a:ext>
            </a:extLst>
          </p:cNvPr>
          <p:cNvSpPr txBox="1"/>
          <p:nvPr/>
        </p:nvSpPr>
        <p:spPr>
          <a:xfrm>
            <a:off x="5184544" y="5086476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FEC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E9A2EE-DB78-1922-4A5C-935986C7F98D}"/>
                  </a:ext>
                </a:extLst>
              </p14:cNvPr>
              <p14:cNvContentPartPr/>
              <p14:nvPr/>
            </p14:nvContentPartPr>
            <p14:xfrm>
              <a:off x="4799379" y="4823067"/>
              <a:ext cx="2607840" cy="1281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E9A2EE-DB78-1922-4A5C-935986C7F9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6739" y="4760427"/>
                <a:ext cx="2733480" cy="14068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307C1FC-BAC2-6D42-8E67-7B41FEB39ADA}"/>
              </a:ext>
            </a:extLst>
          </p:cNvPr>
          <p:cNvSpPr txBox="1"/>
          <p:nvPr/>
        </p:nvSpPr>
        <p:spPr>
          <a:xfrm>
            <a:off x="8009932" y="5140521"/>
            <a:ext cx="307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Google Sheets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5C75B48-3BFB-F9DD-8CA3-8A6A2FF4479E}"/>
                  </a:ext>
                </a:extLst>
              </p14:cNvPr>
              <p14:cNvContentPartPr/>
              <p14:nvPr/>
            </p14:nvContentPartPr>
            <p14:xfrm>
              <a:off x="7814219" y="4772658"/>
              <a:ext cx="3526200" cy="1308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5C75B48-3BFB-F9DD-8CA3-8A6A2FF447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51219" y="4709658"/>
                <a:ext cx="3651840" cy="14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85CB712-6FAF-8386-6AA1-C612903A4FBA}"/>
                  </a:ext>
                </a:extLst>
              </p14:cNvPr>
              <p14:cNvContentPartPr/>
              <p14:nvPr/>
            </p14:nvContentPartPr>
            <p14:xfrm>
              <a:off x="979779" y="4918467"/>
              <a:ext cx="3022200" cy="1301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85CB712-6FAF-8386-6AA1-C612903A4F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6779" y="4855467"/>
                <a:ext cx="3147840" cy="142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A32040FA-1E56-1215-0534-D0E6A77373A4}"/>
              </a:ext>
            </a:extLst>
          </p:cNvPr>
          <p:cNvGrpSpPr/>
          <p:nvPr/>
        </p:nvGrpSpPr>
        <p:grpSpPr>
          <a:xfrm>
            <a:off x="5156445" y="1817306"/>
            <a:ext cx="1413000" cy="1104120"/>
            <a:chOff x="3560254" y="2742334"/>
            <a:chExt cx="1413000" cy="11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FA9D547-AE7C-F00D-816F-64B52D873CCE}"/>
                    </a:ext>
                  </a:extLst>
                </p14:cNvPr>
                <p14:cNvContentPartPr/>
                <p14:nvPr/>
              </p14:nvContentPartPr>
              <p14:xfrm>
                <a:off x="3992614" y="3005134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FA9D547-AE7C-F00D-816F-64B52D873C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56614" y="296913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7ACB16-9927-7D46-85CB-DB4F0373D30F}"/>
                    </a:ext>
                  </a:extLst>
                </p14:cNvPr>
                <p14:cNvContentPartPr/>
                <p14:nvPr/>
              </p14:nvContentPartPr>
              <p14:xfrm>
                <a:off x="4291774" y="2983894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7ACB16-9927-7D46-85CB-DB4F0373D3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6134" y="294789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C60395-F353-753A-CB8D-EA6260C435E0}"/>
                    </a:ext>
                  </a:extLst>
                </p14:cNvPr>
                <p14:cNvContentPartPr/>
                <p14:nvPr/>
              </p14:nvContentPartPr>
              <p14:xfrm>
                <a:off x="3976774" y="3251014"/>
                <a:ext cx="323280" cy="10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C60395-F353-753A-CB8D-EA6260C435E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41134" y="3215014"/>
                  <a:ext cx="394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06CA7C-DD36-AC43-D73B-9B32FE7A3C84}"/>
                    </a:ext>
                  </a:extLst>
                </p14:cNvPr>
                <p14:cNvContentPartPr/>
                <p14:nvPr/>
              </p14:nvContentPartPr>
              <p14:xfrm>
                <a:off x="3679054" y="2742334"/>
                <a:ext cx="1109880" cy="955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06CA7C-DD36-AC43-D73B-9B32FE7A3C8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43414" y="2706694"/>
                  <a:ext cx="118152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9DB0D8-6F5B-93F2-6FAA-ADEF61758176}"/>
                    </a:ext>
                  </a:extLst>
                </p14:cNvPr>
                <p14:cNvContentPartPr/>
                <p14:nvPr/>
              </p14:nvContentPartPr>
              <p14:xfrm>
                <a:off x="4311934" y="3733414"/>
                <a:ext cx="64440" cy="11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9DB0D8-6F5B-93F2-6FAA-ADEF6175817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76294" y="3697774"/>
                  <a:ext cx="136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9E8E36-F73C-FD5F-1CFF-56EBEECEA926}"/>
                    </a:ext>
                  </a:extLst>
                </p14:cNvPr>
                <p14:cNvContentPartPr/>
                <p14:nvPr/>
              </p14:nvContentPartPr>
              <p14:xfrm>
                <a:off x="3894694" y="3721894"/>
                <a:ext cx="95040" cy="97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D9E8E36-F73C-FD5F-1CFF-56EBEECEA9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59054" y="3686254"/>
                  <a:ext cx="166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33F734-6A80-35DC-68E2-5E28DBFF83D3}"/>
                    </a:ext>
                  </a:extLst>
                </p14:cNvPr>
                <p14:cNvContentPartPr/>
                <p14:nvPr/>
              </p14:nvContentPartPr>
              <p14:xfrm>
                <a:off x="3560254" y="2764654"/>
                <a:ext cx="108000" cy="351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33F734-6A80-35DC-68E2-5E28DBFF83D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4614" y="2728654"/>
                  <a:ext cx="179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77D6F1C-9DCD-B1E3-51D0-9AFEDFE48FAA}"/>
                    </a:ext>
                  </a:extLst>
                </p14:cNvPr>
                <p14:cNvContentPartPr/>
                <p14:nvPr/>
              </p14:nvContentPartPr>
              <p14:xfrm>
                <a:off x="4658974" y="2743774"/>
                <a:ext cx="314280" cy="46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77D6F1C-9DCD-B1E3-51D0-9AFEDFE48F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23334" y="2708134"/>
                  <a:ext cx="385920" cy="53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674B1C1B-5B54-5A06-63E3-5040440A928D}"/>
              </a:ext>
            </a:extLst>
          </p:cNvPr>
          <p:cNvSpPr txBox="1"/>
          <p:nvPr/>
        </p:nvSpPr>
        <p:spPr>
          <a:xfrm rot="473100">
            <a:off x="6698973" y="1114157"/>
            <a:ext cx="1173911" cy="584775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agent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23F3136-AB1B-29D2-1DD9-CF6D1B337447}"/>
                  </a:ext>
                </a:extLst>
              </p14:cNvPr>
              <p14:cNvContentPartPr/>
              <p14:nvPr/>
            </p14:nvContentPartPr>
            <p14:xfrm>
              <a:off x="1771054" y="1164312"/>
              <a:ext cx="1917000" cy="14756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23F3136-AB1B-29D2-1DD9-CF6D1B33744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08054" y="1101312"/>
                <a:ext cx="2042640" cy="160128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FD97C7BD-D007-21EF-D904-CF846F7FD1F3}"/>
              </a:ext>
            </a:extLst>
          </p:cNvPr>
          <p:cNvSpPr txBox="1"/>
          <p:nvPr/>
        </p:nvSpPr>
        <p:spPr>
          <a:xfrm rot="20964570">
            <a:off x="1020851" y="744011"/>
            <a:ext cx="1487074" cy="584775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prompt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1F6744-61BF-EA8E-AF1E-D4795ABDAFEA}"/>
              </a:ext>
            </a:extLst>
          </p:cNvPr>
          <p:cNvGrpSpPr/>
          <p:nvPr/>
        </p:nvGrpSpPr>
        <p:grpSpPr>
          <a:xfrm>
            <a:off x="3363168" y="3227520"/>
            <a:ext cx="5173200" cy="1686600"/>
            <a:chOff x="3363168" y="3227520"/>
            <a:chExt cx="5173200" cy="168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8E20FE-0282-3194-86A9-1A13C52554B8}"/>
                    </a:ext>
                  </a:extLst>
                </p14:cNvPr>
                <p14:cNvContentPartPr/>
                <p14:nvPr/>
              </p14:nvContentPartPr>
              <p14:xfrm>
                <a:off x="5748168" y="3227520"/>
                <a:ext cx="360" cy="155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8E20FE-0282-3194-86A9-1A13C52554B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85528" y="3164520"/>
                  <a:ext cx="126000" cy="16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8779FC-D65A-408E-00FE-A972E5A8AD92}"/>
                    </a:ext>
                  </a:extLst>
                </p14:cNvPr>
                <p14:cNvContentPartPr/>
                <p14:nvPr/>
              </p14:nvContentPartPr>
              <p14:xfrm>
                <a:off x="3363168" y="4247400"/>
                <a:ext cx="2331360" cy="66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8779FC-D65A-408E-00FE-A972E5A8AD9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00168" y="4184760"/>
                  <a:ext cx="2457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EA3DB8-2303-9964-2611-6B769AC57D94}"/>
                    </a:ext>
                  </a:extLst>
                </p14:cNvPr>
                <p14:cNvContentPartPr/>
                <p14:nvPr/>
              </p14:nvContentPartPr>
              <p14:xfrm>
                <a:off x="5800728" y="3984960"/>
                <a:ext cx="2735640" cy="874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EA3DB8-2303-9964-2611-6B769AC57D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38088" y="3922320"/>
                  <a:ext cx="2861280" cy="999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7A0B9BF-9E62-4E93-9C8E-473B3237BAA3}"/>
              </a:ext>
            </a:extLst>
          </p:cNvPr>
          <p:cNvSpPr txBox="1"/>
          <p:nvPr/>
        </p:nvSpPr>
        <p:spPr>
          <a:xfrm rot="21231897">
            <a:off x="4912710" y="3350325"/>
            <a:ext cx="1648978" cy="461665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tools/skills</a:t>
            </a:r>
          </a:p>
        </p:txBody>
      </p:sp>
    </p:spTree>
    <p:extLst>
      <p:ext uri="{BB962C8B-B14F-4D97-AF65-F5344CB8AC3E}">
        <p14:creationId xmlns:p14="http://schemas.microsoft.com/office/powerpoint/2010/main" val="129137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5F17-A8F2-3CE3-D7C8-35138A92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“Look this person up and find a little summary about them and grab their LinkedIn and details on any campaign contributions: </a:t>
            </a:r>
            <a:r>
              <a:rPr lang="en-US" dirty="0">
                <a:solidFill>
                  <a:srgbClr val="C00000"/>
                </a:solidFill>
              </a:rPr>
              <a:t>{name}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332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0E80E6-31FB-61CE-3A1E-838C2AABA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48" y="2613969"/>
            <a:ext cx="8997303" cy="1630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DF49E-13E1-996D-5029-45E6EE174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1" y="0"/>
            <a:ext cx="564669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2925A-5390-1BEF-8B82-808BC8177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381" y="0"/>
            <a:ext cx="6450904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C48D7C9-90DF-D1D7-BB34-13312BD92B07}"/>
                  </a:ext>
                </a:extLst>
              </p14:cNvPr>
              <p14:cNvContentPartPr/>
              <p14:nvPr/>
            </p14:nvContentPartPr>
            <p14:xfrm>
              <a:off x="4448374" y="1311334"/>
              <a:ext cx="3379320" cy="3933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C48D7C9-90DF-D1D7-BB34-13312BD92B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5374" y="1248334"/>
                <a:ext cx="3504960" cy="405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342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14F9A-C912-A626-6D07-88F7BDEEDE26}"/>
              </a:ext>
            </a:extLst>
          </p:cNvPr>
          <p:cNvSpPr txBox="1"/>
          <p:nvPr/>
        </p:nvSpPr>
        <p:spPr>
          <a:xfrm rot="21233175">
            <a:off x="521413" y="3212492"/>
            <a:ext cx="11149206" cy="923330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We’re done! Great job, everyone!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E916A-F477-B7F7-A2AC-EE4C97137102}"/>
              </a:ext>
            </a:extLst>
          </p:cNvPr>
          <p:cNvSpPr txBox="1"/>
          <p:nvPr/>
        </p:nvSpPr>
        <p:spPr>
          <a:xfrm rot="684523">
            <a:off x="567885" y="2770090"/>
            <a:ext cx="11056232" cy="1015663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6000" u="sng" dirty="0">
                <a:solidFill>
                  <a:schemeClr val="bg1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No!!!! Anecdotes are not data</a:t>
            </a:r>
          </a:p>
        </p:txBody>
      </p:sp>
    </p:spTree>
    <p:extLst>
      <p:ext uri="{BB962C8B-B14F-4D97-AF65-F5344CB8AC3E}">
        <p14:creationId xmlns:p14="http://schemas.microsoft.com/office/powerpoint/2010/main" val="62828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365E7-AF9D-39E9-6929-71035871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01" y="2484394"/>
            <a:ext cx="10541797" cy="1889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C7EF67-B5DB-F1FF-78D2-4099C632A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43159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DE8AA7-1089-BEA2-59AC-E155E3C12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567" y="0"/>
            <a:ext cx="5734433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66692A2-60BF-6A68-0B15-2C46F9745103}"/>
              </a:ext>
            </a:extLst>
          </p:cNvPr>
          <p:cNvGrpSpPr/>
          <p:nvPr/>
        </p:nvGrpSpPr>
        <p:grpSpPr>
          <a:xfrm>
            <a:off x="5549947" y="1393210"/>
            <a:ext cx="1294200" cy="3382920"/>
            <a:chOff x="3140854" y="1529134"/>
            <a:chExt cx="1294200" cy="33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3405BD-608D-CB1B-6730-560950F8264D}"/>
                    </a:ext>
                  </a:extLst>
                </p14:cNvPr>
                <p14:cNvContentPartPr/>
                <p14:nvPr/>
              </p14:nvContentPartPr>
              <p14:xfrm>
                <a:off x="3140854" y="1529134"/>
                <a:ext cx="1294200" cy="244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3405BD-608D-CB1B-6730-560950F826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78214" y="1466134"/>
                  <a:ext cx="1419840" cy="25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39C56B-0291-C0C2-837E-F5F5D58BC288}"/>
                    </a:ext>
                  </a:extLst>
                </p14:cNvPr>
                <p14:cNvContentPartPr/>
                <p14:nvPr/>
              </p14:nvContentPartPr>
              <p14:xfrm>
                <a:off x="3634054" y="4784254"/>
                <a:ext cx="75960" cy="127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39C56B-0291-C0C2-837E-F5F5D58BC2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71054" y="4721614"/>
                  <a:ext cx="201600" cy="253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8BCE777-31CD-2D3B-35CA-3426240DA1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217426">
            <a:off x="1655659" y="1888227"/>
            <a:ext cx="9082776" cy="22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1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8041-9ABA-2875-E84C-07C16F90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C169-A89E-2321-0C5A-47C9EB33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“With this name and partial address, look this person up and find a little summary about them and grab their LinkedIn and details on any campaign contributions: </a:t>
            </a:r>
            <a:r>
              <a:rPr lang="en-US" dirty="0">
                <a:solidFill>
                  <a:srgbClr val="C00000"/>
                </a:solidFill>
              </a:rPr>
              <a:t>{name} </a:t>
            </a:r>
            <a:r>
              <a:rPr lang="en-US" dirty="0">
                <a:solidFill>
                  <a:srgbClr val="5B2C90"/>
                </a:solidFill>
              </a:rPr>
              <a:t>{address}</a:t>
            </a:r>
            <a:r>
              <a:rPr lang="en-US" dirty="0"/>
              <a:t>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6CD4AA-109C-1747-ECE8-4EFA61623FAC}"/>
                  </a:ext>
                </a:extLst>
              </p14:cNvPr>
              <p14:cNvContentPartPr/>
              <p14:nvPr/>
            </p14:nvContentPartPr>
            <p14:xfrm>
              <a:off x="10321968" y="1176600"/>
              <a:ext cx="1262520" cy="2674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6CD4AA-109C-1747-ECE8-4EFA61623F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8968" y="1113960"/>
                <a:ext cx="1388160" cy="28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8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A717-DADC-17DD-DE38-4CD5E14A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4B1-A089-C880-2C7D-DDB97A76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TWO: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Make it structured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51300-BDCB-4D41-90CA-566933FA4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89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0B861-A731-D8C4-8C10-C1DD24B3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1" y="0"/>
            <a:ext cx="5646693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BFE84F5-A8E1-1605-1A69-D33F8D5A0EA9}"/>
              </a:ext>
            </a:extLst>
          </p:cNvPr>
          <p:cNvGrpSpPr/>
          <p:nvPr/>
        </p:nvGrpSpPr>
        <p:grpSpPr>
          <a:xfrm>
            <a:off x="1870237" y="2267100"/>
            <a:ext cx="1980360" cy="2323800"/>
            <a:chOff x="1222054" y="2318254"/>
            <a:chExt cx="1980360" cy="23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88613B-F5BA-53B3-1E68-A7359C3639C8}"/>
                    </a:ext>
                  </a:extLst>
                </p14:cNvPr>
                <p14:cNvContentPartPr/>
                <p14:nvPr/>
              </p14:nvContentPartPr>
              <p14:xfrm>
                <a:off x="1503214" y="2390974"/>
                <a:ext cx="1699200" cy="2251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88613B-F5BA-53B3-1E68-A7359C3639C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574" y="2327974"/>
                  <a:ext cx="1824840" cy="23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95ADF2F-49BF-2DE5-2720-BBBD1518FB51}"/>
                    </a:ext>
                  </a:extLst>
                </p14:cNvPr>
                <p14:cNvContentPartPr/>
                <p14:nvPr/>
              </p14:nvContentPartPr>
              <p14:xfrm>
                <a:off x="1222054" y="2318254"/>
                <a:ext cx="1818000" cy="2062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95ADF2F-49BF-2DE5-2720-BBBD1518FB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9414" y="2255614"/>
                  <a:ext cx="1943640" cy="2188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03D42F7-82DB-8AE7-5FA7-C320D48F7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4923" y="36360"/>
            <a:ext cx="590363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96CE13B-A5F8-1A63-DDA2-380506209169}"/>
                  </a:ext>
                </a:extLst>
              </p14:cNvPr>
              <p14:cNvContentPartPr/>
              <p14:nvPr/>
            </p14:nvContentPartPr>
            <p14:xfrm>
              <a:off x="8090854" y="2029534"/>
              <a:ext cx="2300040" cy="3202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96CE13B-A5F8-1A63-DDA2-3805062091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28214" y="1966894"/>
                <a:ext cx="2425680" cy="332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3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557F5-D986-9DA1-82E9-F837A6B1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97CDEF-0D52-A18D-17AC-0311BECB6460}"/>
                  </a:ext>
                </a:extLst>
              </p14:cNvPr>
              <p14:cNvContentPartPr/>
              <p14:nvPr/>
            </p14:nvContentPartPr>
            <p14:xfrm>
              <a:off x="3804665" y="1322693"/>
              <a:ext cx="3869280" cy="1933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97CDEF-0D52-A18D-17AC-0311BECB64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2025" y="1259693"/>
                <a:ext cx="3994920" cy="20588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729FE11-361F-691B-C592-5DB9FFC6EDCF}"/>
              </a:ext>
            </a:extLst>
          </p:cNvPr>
          <p:cNvSpPr txBox="1"/>
          <p:nvPr/>
        </p:nvSpPr>
        <p:spPr>
          <a:xfrm>
            <a:off x="1246667" y="5245821"/>
            <a:ext cx="2540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web 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67F47-9811-8A11-198B-51208B7D5438}"/>
              </a:ext>
            </a:extLst>
          </p:cNvPr>
          <p:cNvSpPr txBox="1"/>
          <p:nvPr/>
        </p:nvSpPr>
        <p:spPr>
          <a:xfrm>
            <a:off x="5184544" y="5086476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FEC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BE33AEF-C772-39B5-A5E5-7616AABE3067}"/>
                  </a:ext>
                </a:extLst>
              </p14:cNvPr>
              <p14:cNvContentPartPr/>
              <p14:nvPr/>
            </p14:nvContentPartPr>
            <p14:xfrm>
              <a:off x="4799379" y="4823067"/>
              <a:ext cx="2607840" cy="1281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BE33AEF-C772-39B5-A5E5-7616AABE30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6739" y="4760427"/>
                <a:ext cx="2733480" cy="14068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DD8794D-6586-7126-E3A5-7C637C774083}"/>
              </a:ext>
            </a:extLst>
          </p:cNvPr>
          <p:cNvSpPr txBox="1"/>
          <p:nvPr/>
        </p:nvSpPr>
        <p:spPr>
          <a:xfrm>
            <a:off x="8009932" y="5140521"/>
            <a:ext cx="307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Google Sheets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F86D834-7441-AC15-6AD4-18E8AA2E61EC}"/>
                  </a:ext>
                </a:extLst>
              </p14:cNvPr>
              <p14:cNvContentPartPr/>
              <p14:nvPr/>
            </p14:nvContentPartPr>
            <p14:xfrm>
              <a:off x="7814219" y="4772658"/>
              <a:ext cx="3526200" cy="1308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F86D834-7441-AC15-6AD4-18E8AA2E61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51219" y="4709658"/>
                <a:ext cx="3651840" cy="14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5B8B03-36B9-356D-76BC-4467469E62E0}"/>
                  </a:ext>
                </a:extLst>
              </p14:cNvPr>
              <p14:cNvContentPartPr/>
              <p14:nvPr/>
            </p14:nvContentPartPr>
            <p14:xfrm>
              <a:off x="979779" y="4918467"/>
              <a:ext cx="3022200" cy="1301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5B8B03-36B9-356D-76BC-4467469E62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6779" y="4855467"/>
                <a:ext cx="3147840" cy="142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3DAE3279-60F9-4EA3-B723-E2E025926FFC}"/>
              </a:ext>
            </a:extLst>
          </p:cNvPr>
          <p:cNvGrpSpPr/>
          <p:nvPr/>
        </p:nvGrpSpPr>
        <p:grpSpPr>
          <a:xfrm>
            <a:off x="5156445" y="1817306"/>
            <a:ext cx="1413000" cy="1104120"/>
            <a:chOff x="3560254" y="2742334"/>
            <a:chExt cx="1413000" cy="11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611AC3-B06E-E5F0-CF46-F030ADD4944B}"/>
                    </a:ext>
                  </a:extLst>
                </p14:cNvPr>
                <p14:cNvContentPartPr/>
                <p14:nvPr/>
              </p14:nvContentPartPr>
              <p14:xfrm>
                <a:off x="3992614" y="3005134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611AC3-B06E-E5F0-CF46-F030ADD494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56614" y="296913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7B0496A-1F5C-1489-4EC1-BD3877C3093C}"/>
                    </a:ext>
                  </a:extLst>
                </p14:cNvPr>
                <p14:cNvContentPartPr/>
                <p14:nvPr/>
              </p14:nvContentPartPr>
              <p14:xfrm>
                <a:off x="4291774" y="2983894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7B0496A-1F5C-1489-4EC1-BD3877C309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6134" y="294789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8803B11-091E-8E69-4521-AAB05B689DA3}"/>
                    </a:ext>
                  </a:extLst>
                </p14:cNvPr>
                <p14:cNvContentPartPr/>
                <p14:nvPr/>
              </p14:nvContentPartPr>
              <p14:xfrm>
                <a:off x="3976774" y="3251014"/>
                <a:ext cx="323280" cy="10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8803B11-091E-8E69-4521-AAB05B689D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41134" y="3215014"/>
                  <a:ext cx="394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DCBC6C-E480-4207-0D8F-406A0EF063A9}"/>
                    </a:ext>
                  </a:extLst>
                </p14:cNvPr>
                <p14:cNvContentPartPr/>
                <p14:nvPr/>
              </p14:nvContentPartPr>
              <p14:xfrm>
                <a:off x="3679054" y="2742334"/>
                <a:ext cx="1109880" cy="955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DCBC6C-E480-4207-0D8F-406A0EF063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43414" y="2706694"/>
                  <a:ext cx="118152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5FE13C-320D-4F48-7516-03021C3FAF06}"/>
                    </a:ext>
                  </a:extLst>
                </p14:cNvPr>
                <p14:cNvContentPartPr/>
                <p14:nvPr/>
              </p14:nvContentPartPr>
              <p14:xfrm>
                <a:off x="4311934" y="3733414"/>
                <a:ext cx="64440" cy="11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5FE13C-320D-4F48-7516-03021C3FAF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76294" y="3697774"/>
                  <a:ext cx="136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6E408E-F5EE-3915-F917-618CAA3FD82F}"/>
                    </a:ext>
                  </a:extLst>
                </p14:cNvPr>
                <p14:cNvContentPartPr/>
                <p14:nvPr/>
              </p14:nvContentPartPr>
              <p14:xfrm>
                <a:off x="3894694" y="3721894"/>
                <a:ext cx="95040" cy="97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6E408E-F5EE-3915-F917-618CAA3FD8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59054" y="3686254"/>
                  <a:ext cx="166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AC4A176-3CD1-A95C-F843-1CFA2F311832}"/>
                    </a:ext>
                  </a:extLst>
                </p14:cNvPr>
                <p14:cNvContentPartPr/>
                <p14:nvPr/>
              </p14:nvContentPartPr>
              <p14:xfrm>
                <a:off x="3560254" y="2764654"/>
                <a:ext cx="108000" cy="351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AC4A176-3CD1-A95C-F843-1CFA2F3118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4614" y="2728654"/>
                  <a:ext cx="179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B453236-82BE-D2AB-C139-7BB03C476B3E}"/>
                    </a:ext>
                  </a:extLst>
                </p14:cNvPr>
                <p14:cNvContentPartPr/>
                <p14:nvPr/>
              </p14:nvContentPartPr>
              <p14:xfrm>
                <a:off x="4658974" y="2743774"/>
                <a:ext cx="314280" cy="46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B453236-82BE-D2AB-C139-7BB03C476B3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23334" y="2708134"/>
                  <a:ext cx="385920" cy="53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39C28BD-EA22-1202-F882-767A03A50DB7}"/>
              </a:ext>
            </a:extLst>
          </p:cNvPr>
          <p:cNvSpPr txBox="1"/>
          <p:nvPr/>
        </p:nvSpPr>
        <p:spPr>
          <a:xfrm rot="473100">
            <a:off x="6698973" y="1114157"/>
            <a:ext cx="1173911" cy="584775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agent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9C26E94-4266-79D8-C88A-378502A06C25}"/>
                  </a:ext>
                </a:extLst>
              </p14:cNvPr>
              <p14:cNvContentPartPr/>
              <p14:nvPr/>
            </p14:nvContentPartPr>
            <p14:xfrm>
              <a:off x="1771054" y="1164312"/>
              <a:ext cx="1917000" cy="14756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9C26E94-4266-79D8-C88A-378502A06C2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08054" y="1101312"/>
                <a:ext cx="2042640" cy="160128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932031C1-AAAD-AE02-608A-9A0480B0CA90}"/>
              </a:ext>
            </a:extLst>
          </p:cNvPr>
          <p:cNvSpPr txBox="1"/>
          <p:nvPr/>
        </p:nvSpPr>
        <p:spPr>
          <a:xfrm rot="20964570">
            <a:off x="1020851" y="744011"/>
            <a:ext cx="1487074" cy="584775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prompt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5EDE29E-1202-42CF-1F44-97765FCACF4B}"/>
              </a:ext>
            </a:extLst>
          </p:cNvPr>
          <p:cNvGrpSpPr/>
          <p:nvPr/>
        </p:nvGrpSpPr>
        <p:grpSpPr>
          <a:xfrm>
            <a:off x="3363168" y="3227520"/>
            <a:ext cx="5173200" cy="1686600"/>
            <a:chOff x="3363168" y="3227520"/>
            <a:chExt cx="5173200" cy="168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6BA5CF3-D09A-5C56-7D40-4EE5B783530B}"/>
                    </a:ext>
                  </a:extLst>
                </p14:cNvPr>
                <p14:cNvContentPartPr/>
                <p14:nvPr/>
              </p14:nvContentPartPr>
              <p14:xfrm>
                <a:off x="5748168" y="3227520"/>
                <a:ext cx="360" cy="155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6BA5CF3-D09A-5C56-7D40-4EE5B783530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85528" y="3164520"/>
                  <a:ext cx="126000" cy="16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C8F24D-FA0A-F3F6-DD85-7F90C9C861EE}"/>
                    </a:ext>
                  </a:extLst>
                </p14:cNvPr>
                <p14:cNvContentPartPr/>
                <p14:nvPr/>
              </p14:nvContentPartPr>
              <p14:xfrm>
                <a:off x="3363168" y="4247400"/>
                <a:ext cx="2331360" cy="66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C8F24D-FA0A-F3F6-DD85-7F90C9C861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00168" y="4184760"/>
                  <a:ext cx="2457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E2AABE-531E-F192-11D0-7F9FE0A55232}"/>
                    </a:ext>
                  </a:extLst>
                </p14:cNvPr>
                <p14:cNvContentPartPr/>
                <p14:nvPr/>
              </p14:nvContentPartPr>
              <p14:xfrm>
                <a:off x="5800728" y="3984960"/>
                <a:ext cx="2735640" cy="874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E2AABE-531E-F192-11D0-7F9FE0A5523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38088" y="3922320"/>
                  <a:ext cx="2861280" cy="999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C933917-3949-5D1D-A218-4CF724C32124}"/>
              </a:ext>
            </a:extLst>
          </p:cNvPr>
          <p:cNvSpPr txBox="1"/>
          <p:nvPr/>
        </p:nvSpPr>
        <p:spPr>
          <a:xfrm rot="21231897">
            <a:off x="4912710" y="3350325"/>
            <a:ext cx="1648978" cy="461665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tools/skills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7051C4-BA43-83E3-7744-406ABAD42E61}"/>
                  </a:ext>
                </a:extLst>
              </p14:cNvPr>
              <p14:cNvContentPartPr/>
              <p14:nvPr/>
            </p14:nvContentPartPr>
            <p14:xfrm>
              <a:off x="9998854" y="2537134"/>
              <a:ext cx="964440" cy="1927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7051C4-BA43-83E3-7744-406ABAD42E6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36214" y="2474494"/>
                <a:ext cx="1090080" cy="20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5482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359C-AD5A-FA48-519E-34B252CD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places data can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DBA8-830A-EB6A-6E27-A0EAB13A3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Spreadsheets, obviously</a:t>
            </a:r>
          </a:p>
          <a:p>
            <a:r>
              <a:rPr lang="en-US" b="1" dirty="0"/>
              <a:t>Emails! </a:t>
            </a:r>
            <a:r>
              <a:rPr lang="en-US" dirty="0"/>
              <a:t>One email = one data point</a:t>
            </a:r>
          </a:p>
          <a:p>
            <a:r>
              <a:rPr lang="en-US" b="1" dirty="0"/>
              <a:t>Slack messages! </a:t>
            </a:r>
            <a:r>
              <a:rPr lang="en-US" dirty="0"/>
              <a:t>One post = one data point</a:t>
            </a:r>
          </a:p>
          <a:p>
            <a:r>
              <a:rPr lang="en-US" b="1" dirty="0"/>
              <a:t>GitHub! </a:t>
            </a:r>
            <a:r>
              <a:rPr lang="en-US" dirty="0"/>
              <a:t>One issue = one data point</a:t>
            </a:r>
          </a:p>
          <a:p>
            <a:r>
              <a:rPr lang="en-US" b="1" dirty="0"/>
              <a:t>Google Docs! </a:t>
            </a:r>
            <a:r>
              <a:rPr lang="en-US" dirty="0"/>
              <a:t>One file = one data point</a:t>
            </a:r>
          </a:p>
        </p:txBody>
      </p:sp>
    </p:spTree>
    <p:extLst>
      <p:ext uri="{BB962C8B-B14F-4D97-AF65-F5344CB8AC3E}">
        <p14:creationId xmlns:p14="http://schemas.microsoft.com/office/powerpoint/2010/main" val="308827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3C3A-179E-A222-8919-1635060B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6ABA-09C5-4E8D-B7A9-1FAF6673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THREE: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Designing your 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26F4-ECE5-44C5-D862-D0763A743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5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3904E00-B77E-A6C8-72B2-5693DFDDB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35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78F2-DAB5-7D1C-8C09-C049315C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E9E095A-2A67-7B1C-2355-33FD26A3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data is best!</a:t>
            </a:r>
          </a:p>
          <a:p>
            <a:r>
              <a:rPr lang="en-US" dirty="0"/>
              <a:t>…but isn’t always possible</a:t>
            </a:r>
          </a:p>
          <a:p>
            <a:r>
              <a:rPr lang="en-US" dirty="0"/>
              <a:t>I love </a:t>
            </a:r>
            <a:r>
              <a:rPr lang="en-US" b="1" dirty="0"/>
              <a:t>synthetic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74A51-8A85-B6A6-6196-A447DFA83DC5}"/>
              </a:ext>
            </a:extLst>
          </p:cNvPr>
          <p:cNvSpPr/>
          <p:nvPr/>
        </p:nvSpPr>
        <p:spPr>
          <a:xfrm>
            <a:off x="4011168" y="438912"/>
            <a:ext cx="7705344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7C699-FF8A-4705-E7EE-D393030C4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03426">
            <a:off x="5907925" y="1728088"/>
            <a:ext cx="3460951" cy="503237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15FC5-2EBF-06A8-A03E-C61B5B4460BE}"/>
              </a:ext>
            </a:extLst>
          </p:cNvPr>
          <p:cNvGrpSpPr/>
          <p:nvPr/>
        </p:nvGrpSpPr>
        <p:grpSpPr>
          <a:xfrm>
            <a:off x="5949768" y="4711440"/>
            <a:ext cx="197280" cy="947880"/>
            <a:chOff x="5949768" y="4711440"/>
            <a:chExt cx="197280" cy="94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C6CA2E-44F5-879F-095D-127B6EA757B6}"/>
                    </a:ext>
                  </a:extLst>
                </p14:cNvPr>
                <p14:cNvContentPartPr/>
                <p14:nvPr/>
              </p14:nvContentPartPr>
              <p14:xfrm>
                <a:off x="5949768" y="4711440"/>
                <a:ext cx="117360" cy="37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C6CA2E-44F5-879F-095D-127B6EA757B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31768" y="4693440"/>
                  <a:ext cx="1530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C2EEFD-1BC7-5058-901B-CF2FA0E0746A}"/>
                    </a:ext>
                  </a:extLst>
                </p14:cNvPr>
                <p14:cNvContentPartPr/>
                <p14:nvPr/>
              </p14:nvContentPartPr>
              <p14:xfrm>
                <a:off x="5991888" y="5236680"/>
                <a:ext cx="155160" cy="422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C2EEFD-1BC7-5058-901B-CF2FA0E074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74248" y="5219040"/>
                  <a:ext cx="190800" cy="458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4F408B9-2BEF-EB88-F6DC-270E5CEA5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34258">
            <a:off x="8460967" y="2382805"/>
            <a:ext cx="3489154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6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36F4-6226-4B6D-659F-38530698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1EE75A-6000-0D18-F563-D503642F4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❌ “Hey ChatGPT, give me 100 sample data points”</a:t>
            </a:r>
          </a:p>
          <a:p>
            <a:r>
              <a:rPr lang="en-US" dirty="0"/>
              <a:t>How could each person be </a:t>
            </a:r>
            <a:r>
              <a:rPr lang="en-US" strike="sngStrike" dirty="0"/>
              <a:t>different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easier or more difficult to do research on, or somehow affect the results</a:t>
            </a:r>
            <a:r>
              <a:rPr lang="en-US" dirty="0"/>
              <a:t>?</a:t>
            </a:r>
          </a:p>
          <a:p>
            <a:r>
              <a:rPr lang="en-US" b="1" dirty="0"/>
              <a:t>Dimensions of difference: </a:t>
            </a:r>
            <a:r>
              <a:rPr lang="en-US" dirty="0"/>
              <a:t>Which aspects have the most variance?</a:t>
            </a:r>
          </a:p>
          <a:p>
            <a:r>
              <a:rPr lang="en-US" dirty="0"/>
              <a:t>Some options for doing research on people:</a:t>
            </a:r>
          </a:p>
          <a:p>
            <a:pPr lvl="1"/>
            <a:r>
              <a:rPr lang="en-US" dirty="0"/>
              <a:t>Rarity of name</a:t>
            </a:r>
          </a:p>
          <a:p>
            <a:pPr lvl="1"/>
            <a:r>
              <a:rPr lang="en-US" dirty="0"/>
              <a:t>Abbreviated name (Elizabeth vs Liz vs Beth)</a:t>
            </a:r>
          </a:p>
          <a:p>
            <a:pPr lvl="1"/>
            <a:r>
              <a:rPr lang="en-US" dirty="0"/>
              <a:t>Not online vs very online, has LinkedIn vs doesn’t</a:t>
            </a:r>
          </a:p>
          <a:p>
            <a:pPr lvl="1"/>
            <a:r>
              <a:rPr lang="en-US" dirty="0"/>
              <a:t>Full address vs partial address vs no address</a:t>
            </a:r>
          </a:p>
          <a:p>
            <a:r>
              <a:rPr lang="en-US" dirty="0"/>
              <a:t>We’re researching real people so synthetic data is much much harder to make because it has to be </a:t>
            </a:r>
            <a:r>
              <a:rPr lang="en-US" i="1" dirty="0"/>
              <a:t>real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. </a:t>
            </a:r>
            <a:r>
              <a:rPr lang="en-US" b="1" dirty="0"/>
              <a:t>It’s simpler to fake documents to analyze or reader questions to answer!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C048E-731F-D409-9FCD-7253096B771B}"/>
              </a:ext>
            </a:extLst>
          </p:cNvPr>
          <p:cNvSpPr/>
          <p:nvPr/>
        </p:nvSpPr>
        <p:spPr>
          <a:xfrm>
            <a:off x="4011168" y="438912"/>
            <a:ext cx="7705344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6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FC88EA-2D3F-E5DB-1929-4F58E190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5644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6E6625-A738-C617-E6F3-A1CC48602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13882"/>
            <a:ext cx="7772400" cy="564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9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E576F-8E60-6E10-9CAB-0D4A39FD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 based on </a:t>
            </a:r>
            <a:r>
              <a:rPr lang="en-US" b="1" dirty="0"/>
              <a:t>combinations</a:t>
            </a:r>
          </a:p>
          <a:p>
            <a:r>
              <a:rPr lang="en-US" dirty="0"/>
              <a:t>All combinations: </a:t>
            </a:r>
          </a:p>
          <a:p>
            <a:pPr lvl="1"/>
            <a:r>
              <a:rPr lang="en-US" dirty="0"/>
              <a:t>(A1, B1, C1, D1), (A2, B1, C1, D1), (A2, B2, C1, D1)</a:t>
            </a:r>
          </a:p>
          <a:p>
            <a:pPr lvl="1"/>
            <a:r>
              <a:rPr lang="en-US" dirty="0"/>
              <a:t>Unusual name + no </a:t>
            </a:r>
            <a:r>
              <a:rPr lang="en-US" dirty="0" err="1"/>
              <a:t>abbrevs</a:t>
            </a:r>
            <a:r>
              <a:rPr lang="en-US" dirty="0"/>
              <a:t> + we have address + exists online</a:t>
            </a:r>
          </a:p>
          <a:p>
            <a:pPr lvl="1"/>
            <a:r>
              <a:rPr lang="en-US" dirty="0"/>
              <a:t>Unusual name + no </a:t>
            </a:r>
            <a:r>
              <a:rPr lang="en-US" dirty="0" err="1"/>
              <a:t>abbrevs</a:t>
            </a:r>
            <a:r>
              <a:rPr lang="en-US" dirty="0"/>
              <a:t> + we have address + doesn’t exist online</a:t>
            </a:r>
          </a:p>
          <a:p>
            <a:pPr lvl="1"/>
            <a:r>
              <a:rPr lang="en-US" dirty="0"/>
              <a:t>Common name + yes </a:t>
            </a:r>
            <a:r>
              <a:rPr lang="en-US" dirty="0" err="1"/>
              <a:t>abbrevs</a:t>
            </a:r>
            <a:r>
              <a:rPr lang="en-US" dirty="0"/>
              <a:t> + no address + exists online</a:t>
            </a:r>
          </a:p>
          <a:p>
            <a:pPr lvl="1"/>
            <a:r>
              <a:rPr lang="en-US" dirty="0"/>
              <a:t>…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Use your intuition, filter what makes sense</a:t>
            </a:r>
          </a:p>
          <a:p>
            <a:pPr lvl="1"/>
            <a:r>
              <a:rPr lang="en-US" dirty="0"/>
              <a:t>If someone is lying we can’t really check anything!</a:t>
            </a:r>
          </a:p>
          <a:p>
            <a:r>
              <a:rPr lang="en-US" dirty="0"/>
              <a:t>End up with </a:t>
            </a:r>
            <a:r>
              <a:rPr lang="en-US" b="1" dirty="0"/>
              <a:t>100 total 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1A3AF-F50C-3533-F3EC-2847186A2723}"/>
              </a:ext>
            </a:extLst>
          </p:cNvPr>
          <p:cNvSpPr/>
          <p:nvPr/>
        </p:nvSpPr>
        <p:spPr>
          <a:xfrm>
            <a:off x="4011168" y="438912"/>
            <a:ext cx="7705344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9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E561-245A-96CC-F9D9-9070C0D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391B7-868C-EF75-F12E-C3A6BD7D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919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Have a single, trackable source of input data</a:t>
            </a:r>
          </a:p>
          <a:p>
            <a:r>
              <a:rPr lang="en-US" dirty="0"/>
              <a:t>The easy/boring part: </a:t>
            </a:r>
            <a:r>
              <a:rPr lang="en-US" b="1" dirty="0"/>
              <a:t>do the work!</a:t>
            </a:r>
          </a:p>
          <a:p>
            <a:r>
              <a:rPr lang="en-US" dirty="0"/>
              <a:t>Depending on your process, </a:t>
            </a:r>
            <a:r>
              <a:rPr lang="en-US" dirty="0" err="1"/>
              <a:t>cut+paste</a:t>
            </a:r>
            <a:r>
              <a:rPr lang="en-US" dirty="0"/>
              <a:t> into new convo or “Hey ChatGPT, read the sheet and run the research skill on every one of the rows”</a:t>
            </a:r>
          </a:p>
          <a:p>
            <a:r>
              <a:rPr lang="en-US" dirty="0"/>
              <a:t>You can run it multiple times for the same inputs, answers might vary!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26898-24C1-B72B-1A1E-1BDD85F83F89}"/>
              </a:ext>
            </a:extLst>
          </p:cNvPr>
          <p:cNvSpPr/>
          <p:nvPr/>
        </p:nvSpPr>
        <p:spPr>
          <a:xfrm>
            <a:off x="7010400" y="438912"/>
            <a:ext cx="4706112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7F5D0-C373-DC84-AA7B-F077EC639337}"/>
              </a:ext>
            </a:extLst>
          </p:cNvPr>
          <p:cNvSpPr/>
          <p:nvPr/>
        </p:nvSpPr>
        <p:spPr>
          <a:xfrm>
            <a:off x="237744" y="438912"/>
            <a:ext cx="3749040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5CC0C-7482-A8C5-EBA5-61A9E0E0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260" y="1524000"/>
            <a:ext cx="45309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51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2AE1-5B32-E0E6-AE23-0FA94164A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A49D-5122-B68A-2771-5D3B267C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Golden</a:t>
            </a:r>
            <a:r>
              <a:rPr lang="en-US" dirty="0"/>
              <a:t> or </a:t>
            </a:r>
            <a:r>
              <a:rPr lang="en-US" b="1" dirty="0"/>
              <a:t>ground truth dataset:</a:t>
            </a:r>
            <a:r>
              <a:rPr lang="en-US" dirty="0"/>
              <a:t> It has the answers, did the actual work!</a:t>
            </a:r>
          </a:p>
          <a:p>
            <a:r>
              <a:rPr lang="en-US" dirty="0"/>
              <a:t>Keep it in a </a:t>
            </a:r>
            <a:r>
              <a:rPr lang="en-US" b="1" dirty="0"/>
              <a:t>separate sheet</a:t>
            </a:r>
            <a:r>
              <a:rPr lang="en-US" dirty="0"/>
              <a:t> so the LLM doesn’t cheat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A88B9-CA62-93C9-75ED-31C9C2737806}"/>
              </a:ext>
            </a:extLst>
          </p:cNvPr>
          <p:cNvSpPr/>
          <p:nvPr/>
        </p:nvSpPr>
        <p:spPr>
          <a:xfrm>
            <a:off x="10082784" y="438912"/>
            <a:ext cx="1633728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7C90C-142E-5085-148F-0AAF43DCC26B}"/>
              </a:ext>
            </a:extLst>
          </p:cNvPr>
          <p:cNvSpPr/>
          <p:nvPr/>
        </p:nvSpPr>
        <p:spPr>
          <a:xfrm>
            <a:off x="237744" y="438912"/>
            <a:ext cx="6894576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A1DAA-DF9C-D31F-4CAE-7C54C67A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14344"/>
            <a:ext cx="10379964" cy="80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65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C4CB5A-C4B5-F310-AF22-AE5746DD2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631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THIS MANUALLY.</a:t>
            </a:r>
          </a:p>
          <a:p>
            <a:r>
              <a:rPr lang="en-US" i="1" dirty="0"/>
              <a:t>DO THIS MANUALLY.</a:t>
            </a:r>
          </a:p>
          <a:p>
            <a:r>
              <a:rPr lang="en-US" b="1" i="1" dirty="0"/>
              <a:t>DO THIS MANUALLY.</a:t>
            </a:r>
          </a:p>
          <a:p>
            <a:r>
              <a:rPr lang="en-US" dirty="0"/>
              <a:t>Only pass/fail binary!! </a:t>
            </a:r>
            <a:r>
              <a:rPr lang="en-US" b="1" dirty="0"/>
              <a:t>No scores!!!!!</a:t>
            </a:r>
          </a:p>
          <a:p>
            <a:r>
              <a:rPr lang="en-US" dirty="0"/>
              <a:t>Helps you define the actual boundary</a:t>
            </a:r>
          </a:p>
          <a:p>
            <a:r>
              <a:rPr lang="en-US" dirty="0"/>
              <a:t>Multiple reviewers – research “</a:t>
            </a:r>
            <a:r>
              <a:rPr lang="en-US" b="1" dirty="0"/>
              <a:t>inter-rater reliability”</a:t>
            </a:r>
            <a:r>
              <a:rPr lang="en-US" dirty="0"/>
              <a:t> to be fancy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A9032-BC7E-C32E-5A37-93DB90D4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32" y="1573276"/>
            <a:ext cx="4673600" cy="622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E37993-3D7A-705C-5C20-9A87B3259AC6}"/>
              </a:ext>
            </a:extLst>
          </p:cNvPr>
          <p:cNvSpPr/>
          <p:nvPr/>
        </p:nvSpPr>
        <p:spPr>
          <a:xfrm>
            <a:off x="237744" y="438912"/>
            <a:ext cx="6894576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378AF-E421-D13C-976C-1D8DF5A4DADF}"/>
              </a:ext>
            </a:extLst>
          </p:cNvPr>
          <p:cNvSpPr/>
          <p:nvPr/>
        </p:nvSpPr>
        <p:spPr>
          <a:xfrm>
            <a:off x="10021824" y="438912"/>
            <a:ext cx="1932432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0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36CC-6CF0-0585-8E39-21B7DEA9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64524A-14FA-40F0-712E-DF2CBEEB0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631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…you can have an LLM do this if you first compare its results to your results and find out it agrees with you.</a:t>
            </a:r>
          </a:p>
          <a:p>
            <a:r>
              <a:rPr lang="en-US" dirty="0"/>
              <a:t>“Given the prompt and the results below, did the model meet the following criteria?</a:t>
            </a:r>
            <a:br>
              <a:rPr lang="en-US" dirty="0"/>
            </a:br>
            <a:r>
              <a:rPr lang="en-US" dirty="0"/>
              <a:t>&lt;X, Y, Z&gt;”</a:t>
            </a:r>
          </a:p>
          <a:p>
            <a:r>
              <a:rPr lang="en-US" dirty="0"/>
              <a:t>Weak/cheap model for the actual process, </a:t>
            </a:r>
            <a:r>
              <a:rPr lang="en-US" b="1" dirty="0"/>
              <a:t>strong model as reviewer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17522-59CA-FD54-E9AE-683A20400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32" y="1573276"/>
            <a:ext cx="4673600" cy="622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11BBD9-F243-C2C7-DE91-8662319C2968}"/>
              </a:ext>
            </a:extLst>
          </p:cNvPr>
          <p:cNvSpPr/>
          <p:nvPr/>
        </p:nvSpPr>
        <p:spPr>
          <a:xfrm>
            <a:off x="237744" y="438912"/>
            <a:ext cx="6894576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A550B-E090-8C34-1109-A6EC2CE79961}"/>
              </a:ext>
            </a:extLst>
          </p:cNvPr>
          <p:cNvSpPr/>
          <p:nvPr/>
        </p:nvSpPr>
        <p:spPr>
          <a:xfrm>
            <a:off x="10021824" y="438912"/>
            <a:ext cx="1932432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21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61A5-78F8-8351-AF77-1101CCA45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4D08B-AE62-094A-7466-97A67AD05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3288" cy="4351338"/>
          </a:xfrm>
        </p:spPr>
        <p:txBody>
          <a:bodyPr>
            <a:normAutofit/>
          </a:bodyPr>
          <a:lstStyle/>
          <a:p>
            <a:r>
              <a:rPr lang="en-US" dirty="0"/>
              <a:t>Read your free-form error summaries and </a:t>
            </a:r>
            <a:r>
              <a:rPr lang="en-US" b="1" dirty="0"/>
              <a:t>categorize your problems</a:t>
            </a:r>
          </a:p>
          <a:p>
            <a:r>
              <a:rPr lang="en-US" dirty="0"/>
              <a:t>Fix them systematically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AA7D7-20FB-5084-90C8-25C08DE5C847}"/>
              </a:ext>
            </a:extLst>
          </p:cNvPr>
          <p:cNvSpPr/>
          <p:nvPr/>
        </p:nvSpPr>
        <p:spPr>
          <a:xfrm>
            <a:off x="237744" y="438912"/>
            <a:ext cx="9881616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090D6-18E5-ABEA-BB56-FC8AE92C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29055"/>
            <a:ext cx="6409471" cy="63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7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EFC4-22DB-E5A0-D29F-9F9587CA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5BB0FA-B553-3BF5-DD10-D62AAF78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3288" cy="4351338"/>
          </a:xfrm>
        </p:spPr>
        <p:txBody>
          <a:bodyPr>
            <a:normAutofit/>
          </a:bodyPr>
          <a:lstStyle/>
          <a:p>
            <a:r>
              <a:rPr lang="en-US" dirty="0"/>
              <a:t>Examples: “if X, do Y”</a:t>
            </a:r>
          </a:p>
          <a:p>
            <a:r>
              <a:rPr lang="en-US" dirty="0"/>
              <a:t>I am sorry but </a:t>
            </a:r>
            <a:r>
              <a:rPr lang="en-US" b="1" i="1" dirty="0"/>
              <a:t>YOU CAN’T RE-USE YOUR SAMPLES FOR THE NEXT EVAL.</a:t>
            </a:r>
          </a:p>
          <a:p>
            <a:pPr lvl="1"/>
            <a:r>
              <a:rPr lang="en-US" dirty="0"/>
              <a:t>You’d be teaching to the test!</a:t>
            </a:r>
          </a:p>
          <a:p>
            <a:r>
              <a:rPr lang="en-US" b="1" dirty="0"/>
              <a:t>Train/test split: </a:t>
            </a:r>
            <a:r>
              <a:rPr lang="en-US" dirty="0"/>
              <a:t>keep some hidden from whoever is adjusting the prompt to do the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2BA09-2755-6172-172B-8763A52AB97D}"/>
              </a:ext>
            </a:extLst>
          </p:cNvPr>
          <p:cNvSpPr/>
          <p:nvPr/>
        </p:nvSpPr>
        <p:spPr>
          <a:xfrm>
            <a:off x="237744" y="438912"/>
            <a:ext cx="9881616" cy="1085088"/>
          </a:xfrm>
          <a:prstGeom prst="rect">
            <a:avLst/>
          </a:prstGeom>
          <a:solidFill>
            <a:schemeClr val="bg1">
              <a:alpha val="703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5E9D2-514C-80AA-75C7-3DC0CAA82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29055"/>
            <a:ext cx="6409471" cy="63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5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A06C-74FA-582F-80F7-98D02CC4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481E-1608-27D3-C05A-2E306074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FOUR: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Actually running your 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659BA-CCD4-9C81-B4D1-D094B0F84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37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0E02BE-CAB1-4F36-3100-5835C3D6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 tools:</a:t>
            </a:r>
            <a:r>
              <a:rPr lang="en-US" dirty="0"/>
              <a:t> Braintrust, </a:t>
            </a:r>
            <a:r>
              <a:rPr lang="en-US" dirty="0" err="1"/>
              <a:t>Langfuse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EE4C5-62E4-2B97-EAA6-21C82C81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3" y="1690688"/>
            <a:ext cx="10604157" cy="657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83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B525C-0572-232E-3909-00F13F5C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75" y="59932"/>
            <a:ext cx="10863649" cy="67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38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2D35-872F-2F27-DD5A-B11DA84F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is free!</a:t>
            </a:r>
            <a:br>
              <a:rPr lang="en-US" dirty="0"/>
            </a:br>
            <a:r>
              <a:rPr lang="en-US" dirty="0"/>
              <a:t>Just build a custom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BF6D1-AB37-592B-AD4E-268FCD978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" y="2007680"/>
            <a:ext cx="12103608" cy="425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26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DCFD5-132A-089B-046B-D773BAA1E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6" y="292608"/>
            <a:ext cx="11940847" cy="64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88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D327-F526-B69F-ACA5-0589530C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FEB2-F3C7-ABC5-E12A-9D216F24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FIVE: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Using the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2BA9B-1078-38EF-622A-F437E1ADB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0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F140-A1C6-7634-8AB7-C1F1A4AB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with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7FDDD-BD6D-59F4-7001-F2F58608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Tweak the prompts</a:t>
            </a:r>
          </a:p>
          <a:p>
            <a:pPr lvl="1"/>
            <a:r>
              <a:rPr lang="en-US" dirty="0"/>
              <a:t>Examples are great!</a:t>
            </a:r>
          </a:p>
          <a:p>
            <a:r>
              <a:rPr lang="en-US" dirty="0"/>
              <a:t>Prompt engineering is dead, long live prompt engineering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1EC7B-42A2-4D99-F530-4D4E071A2FC1}"/>
              </a:ext>
            </a:extLst>
          </p:cNvPr>
          <p:cNvSpPr txBox="1"/>
          <p:nvPr/>
        </p:nvSpPr>
        <p:spPr>
          <a:xfrm>
            <a:off x="838200" y="4540010"/>
            <a:ext cx="2383601" cy="584775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sample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11D4D-F2BB-58A6-8711-20F8E35D8581}"/>
              </a:ext>
            </a:extLst>
          </p:cNvPr>
          <p:cNvSpPr txBox="1"/>
          <p:nvPr/>
        </p:nvSpPr>
        <p:spPr>
          <a:xfrm>
            <a:off x="4640819" y="3429000"/>
            <a:ext cx="1633589" cy="584775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try it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E4774-C531-1080-85C5-87FC6BFB7B51}"/>
              </a:ext>
            </a:extLst>
          </p:cNvPr>
          <p:cNvSpPr txBox="1"/>
          <p:nvPr/>
        </p:nvSpPr>
        <p:spPr>
          <a:xfrm>
            <a:off x="8119327" y="4540010"/>
            <a:ext cx="1701748" cy="584775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evaluate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58156-D652-F44F-A456-3B3CDAB04D3A}"/>
              </a:ext>
            </a:extLst>
          </p:cNvPr>
          <p:cNvSpPr txBox="1"/>
          <p:nvPr/>
        </p:nvSpPr>
        <p:spPr>
          <a:xfrm>
            <a:off x="4812660" y="5727125"/>
            <a:ext cx="1289905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adjust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11CA049-AA98-12AE-1AE8-B2D2445D17CF}"/>
                  </a:ext>
                </a:extLst>
              </p14:cNvPr>
              <p14:cNvContentPartPr/>
              <p14:nvPr/>
            </p14:nvContentPartPr>
            <p14:xfrm>
              <a:off x="6242088" y="3696960"/>
              <a:ext cx="2910240" cy="682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11CA049-AA98-12AE-1AE8-B2D2445D17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9088" y="3633960"/>
                <a:ext cx="303588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2BEAC6-18A8-00B5-6AD2-3B3C0148AEC4}"/>
                  </a:ext>
                </a:extLst>
              </p14:cNvPr>
              <p14:cNvContentPartPr/>
              <p14:nvPr/>
            </p14:nvContentPartPr>
            <p14:xfrm>
              <a:off x="6255408" y="5141280"/>
              <a:ext cx="2626920" cy="1176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2BEAC6-18A8-00B5-6AD2-3B3C0148AE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2768" y="5078280"/>
                <a:ext cx="2752560" cy="13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606D60-8F17-04AC-D8A5-38B1B1DDBB47}"/>
                  </a:ext>
                </a:extLst>
              </p14:cNvPr>
              <p14:cNvContentPartPr/>
              <p14:nvPr/>
            </p14:nvContentPartPr>
            <p14:xfrm>
              <a:off x="2227008" y="5268360"/>
              <a:ext cx="2578320" cy="754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606D60-8F17-04AC-D8A5-38B1B1DDBB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4368" y="5205720"/>
                <a:ext cx="2703960" cy="8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B55AE7-737C-706D-AE94-EF5B2A8AB9BF}"/>
                  </a:ext>
                </a:extLst>
              </p14:cNvPr>
              <p14:cNvContentPartPr/>
              <p14:nvPr/>
            </p14:nvContentPartPr>
            <p14:xfrm>
              <a:off x="2249328" y="3480960"/>
              <a:ext cx="2171160" cy="1071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B55AE7-737C-706D-AE94-EF5B2A8AB9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6328" y="3417960"/>
                <a:ext cx="2296800" cy="119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263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8259-224D-6ADA-A7E4-0739A382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CD07-6E5A-9F91-1D90-1A68D274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Some bonuses, for fun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29499-0FDE-CF4F-1D69-ABBDB69EB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26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29AF-09CA-9EBB-B100-2C166DC2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84B8-8E2F-797B-98B6-20BC21BA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Human review</a:t>
            </a:r>
          </a:p>
          <a:p>
            <a:pPr lvl="1"/>
            <a:r>
              <a:rPr lang="en-US" dirty="0"/>
              <a:t>A person reads it.</a:t>
            </a:r>
          </a:p>
          <a:p>
            <a:pPr lvl="1"/>
            <a:r>
              <a:rPr lang="en-US" dirty="0"/>
              <a:t>The gold standard! Wonderful, perfect, </a:t>
            </a:r>
            <a:r>
              <a:rPr lang="en-US" dirty="0">
                <a:solidFill>
                  <a:srgbClr val="FF0000"/>
                </a:solidFill>
              </a:rPr>
              <a:t>slow</a:t>
            </a:r>
            <a:r>
              <a:rPr lang="en-US" dirty="0"/>
              <a:t>,</a:t>
            </a:r>
            <a:r>
              <a:rPr lang="en-US" dirty="0">
                <a:solidFill>
                  <a:srgbClr val="FF0000"/>
                </a:solidFill>
              </a:rPr>
              <a:t> expensive</a:t>
            </a:r>
          </a:p>
          <a:p>
            <a:r>
              <a:rPr lang="en-US" b="1" dirty="0"/>
              <a:t>Code-based</a:t>
            </a:r>
            <a:endParaRPr lang="en-US" dirty="0"/>
          </a:p>
          <a:p>
            <a:pPr lvl="1"/>
            <a:r>
              <a:rPr lang="en-US" dirty="0"/>
              <a:t>Deterministic checks like length, inclusion of words,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Super fast, super cheap, </a:t>
            </a:r>
            <a:r>
              <a:rPr lang="en-US" dirty="0">
                <a:solidFill>
                  <a:srgbClr val="FF0000"/>
                </a:solidFill>
              </a:rPr>
              <a:t>super inflexible</a:t>
            </a:r>
          </a:p>
          <a:p>
            <a:r>
              <a:rPr lang="en-US" b="1" dirty="0"/>
              <a:t>LLM-as-judge</a:t>
            </a:r>
          </a:p>
          <a:p>
            <a:pPr lvl="1"/>
            <a:r>
              <a:rPr lang="en-US" dirty="0"/>
              <a:t>“Is X a good response to Y?”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Needs calibration, very slow, expensive, easy to be lazy about</a:t>
            </a:r>
          </a:p>
          <a:p>
            <a:pPr lvl="1"/>
            <a:r>
              <a:rPr lang="en-US" dirty="0"/>
              <a:t>Best for seeing what the cheapest useable model is</a:t>
            </a:r>
          </a:p>
          <a:p>
            <a:pPr lvl="1"/>
            <a:r>
              <a:rPr lang="en-US" dirty="0"/>
              <a:t>Good for nuance… but also bad for nuance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722D8-5F53-686D-F7BB-97B4F3D78DC1}"/>
              </a:ext>
            </a:extLst>
          </p:cNvPr>
          <p:cNvSpPr txBox="1"/>
          <p:nvPr/>
        </p:nvSpPr>
        <p:spPr>
          <a:xfrm rot="338744">
            <a:off x="5888736" y="664539"/>
            <a:ext cx="6105261" cy="369332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I’m kind of fudging categories here but forgive me, eval gods</a:t>
            </a:r>
          </a:p>
        </p:txBody>
      </p:sp>
    </p:spTree>
    <p:extLst>
      <p:ext uri="{BB962C8B-B14F-4D97-AF65-F5344CB8AC3E}">
        <p14:creationId xmlns:p14="http://schemas.microsoft.com/office/powerpoint/2010/main" val="1502001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B3C99E-3030-9BE9-4E78-DF14325C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57"/>
          <a:stretch>
            <a:fillRect/>
          </a:stretch>
        </p:blipFill>
        <p:spPr>
          <a:xfrm>
            <a:off x="-1" y="0"/>
            <a:ext cx="7060829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C726D6-867E-C734-7F8F-25CCE5107F15}"/>
              </a:ext>
            </a:extLst>
          </p:cNvPr>
          <p:cNvSpPr txBox="1"/>
          <p:nvPr/>
        </p:nvSpPr>
        <p:spPr>
          <a:xfrm rot="201651">
            <a:off x="6327647" y="1205827"/>
            <a:ext cx="5547360" cy="4401205"/>
          </a:xfrm>
          <a:prstGeom prst="rect">
            <a:avLst/>
          </a:prstGeom>
          <a:solidFill>
            <a:srgbClr val="5B2C90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oppan Bunkyu Gothic Regular" panose="020B0400000000000000" pitchFamily="34" charset="-128"/>
                <a:ea typeface="Toppan Bunkyu Gothic Regular" panose="020B0400000000000000" pitchFamily="34" charset="-128"/>
              </a:rPr>
              <a:t>Is this capital the correct capital of the country? The capital should be in English and be the full, formal name of the capital city.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D1814-6890-4203-D15B-6E46279A06D3}"/>
              </a:ext>
            </a:extLst>
          </p:cNvPr>
          <p:cNvSpPr txBox="1"/>
          <p:nvPr/>
        </p:nvSpPr>
        <p:spPr>
          <a:xfrm>
            <a:off x="5862033" y="400677"/>
            <a:ext cx="6244017" cy="646331"/>
          </a:xfrm>
          <a:prstGeom prst="rect">
            <a:avLst/>
          </a:prstGeom>
          <a:solidFill>
            <a:srgbClr val="FF96E3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LLM-as-judge is </a:t>
            </a:r>
            <a:r>
              <a:rPr lang="en-US" sz="3600" u="sng" dirty="0"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dangerous</a:t>
            </a:r>
          </a:p>
        </p:txBody>
      </p:sp>
    </p:spTree>
    <p:extLst>
      <p:ext uri="{BB962C8B-B14F-4D97-AF65-F5344CB8AC3E}">
        <p14:creationId xmlns:p14="http://schemas.microsoft.com/office/powerpoint/2010/main" val="1881357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82C1F1-BC07-3F1E-5F34-EA673096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112"/>
            <a:ext cx="12460224" cy="88813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03953-3422-EA69-F8E0-4DB4198FB29E}"/>
              </a:ext>
            </a:extLst>
          </p:cNvPr>
          <p:cNvSpPr txBox="1"/>
          <p:nvPr/>
        </p:nvSpPr>
        <p:spPr>
          <a:xfrm>
            <a:off x="3870871" y="3429000"/>
            <a:ext cx="4450257" cy="1077218"/>
          </a:xfrm>
          <a:prstGeom prst="rect">
            <a:avLst/>
          </a:prstGeom>
          <a:solidFill>
            <a:srgbClr val="5B2C90"/>
          </a:solidFill>
        </p:spPr>
        <p:txBody>
          <a:bodyPr wrap="none" rtlCol="0">
            <a:spAutoFit/>
          </a:bodyPr>
          <a:lstStyle/>
          <a:p>
            <a:r>
              <a:rPr lang="en-US" sz="6400" dirty="0" err="1">
                <a:solidFill>
                  <a:schemeClr val="bg1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frisket.dev</a:t>
            </a:r>
            <a:endParaRPr lang="en-US" sz="6400" u="sng" dirty="0">
              <a:solidFill>
                <a:schemeClr val="bg1"/>
              </a:solidFill>
              <a:latin typeface="Toppan Bunkyu Midashi Gothic Extrabold" panose="020B0900000000000000" pitchFamily="34" charset="-128"/>
              <a:ea typeface="Toppan Bunkyu Midashi Gothic Extrabold" panose="020B09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3946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BFEE25-5BEA-B7E3-741A-940D798B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889" y="0"/>
            <a:ext cx="6229889" cy="113957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4DA9D0-DE41-58F6-E0CC-13E90A10C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-4537762"/>
            <a:ext cx="6229889" cy="113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70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44D024-A17F-D403-2959-5C24159C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201"/>
            <a:ext cx="12215959" cy="612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17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66EF19-DCC8-243F-E94B-8173E1473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2" y="411480"/>
            <a:ext cx="11963736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42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7D0FEA-D97A-3A3B-4EE8-FAF6C482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29359" cy="616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8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3A11-3AEC-4A0F-F1B3-E7784E82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work:</a:t>
            </a:r>
            <a:r>
              <a:rPr lang="en-US" dirty="0"/>
              <a:t> Peering in the box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8CC132-90D5-B717-DF36-2005943E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8376" cy="4351338"/>
          </a:xfrm>
        </p:spPr>
        <p:txBody>
          <a:bodyPr>
            <a:normAutofit/>
          </a:bodyPr>
          <a:lstStyle/>
          <a:p>
            <a:r>
              <a:rPr lang="en-US" b="1" dirty="0"/>
              <a:t>Traces: </a:t>
            </a:r>
            <a:r>
              <a:rPr lang="en-US" dirty="0"/>
              <a:t>Everything that happens</a:t>
            </a:r>
          </a:p>
          <a:p>
            <a:r>
              <a:rPr lang="en-US" b="1" dirty="0"/>
              <a:t>Tool calls:</a:t>
            </a:r>
            <a:r>
              <a:rPr lang="en-US" dirty="0"/>
              <a:t> Web search, </a:t>
            </a:r>
            <a:r>
              <a:rPr lang="en-US" dirty="0" err="1"/>
              <a:t>etc</a:t>
            </a:r>
            <a:endParaRPr lang="en-US" b="1" dirty="0"/>
          </a:p>
          <a:p>
            <a:r>
              <a:rPr lang="en-US" b="1" dirty="0"/>
              <a:t>Instrumentation</a:t>
            </a:r>
            <a:r>
              <a:rPr lang="en-US" dirty="0"/>
              <a:t>: Connecting your AI to measuring tools</a:t>
            </a:r>
            <a:endParaRPr lang="en-US" b="1" dirty="0"/>
          </a:p>
          <a:p>
            <a:r>
              <a:rPr lang="en-US" b="1" dirty="0"/>
              <a:t>Observability:</a:t>
            </a:r>
            <a:r>
              <a:rPr lang="en-US" dirty="0"/>
              <a:t> Using instrumentation to track and analyze</a:t>
            </a:r>
          </a:p>
          <a:p>
            <a:r>
              <a:rPr lang="en-US" b="1" dirty="0"/>
              <a:t>Telemetry:</a:t>
            </a:r>
            <a:r>
              <a:rPr lang="en-US" dirty="0"/>
              <a:t> A more generic word for instrumentation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B2A22-F431-9027-D8A9-9FAE3AA74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576" y="1027906"/>
            <a:ext cx="5887869" cy="554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69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1FC935-0DB9-5DBF-3300-D1424D28B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2252" y="34681"/>
            <a:ext cx="10055352" cy="67886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7C76993-1218-9FCF-D4AF-3A5143BF3C75}"/>
              </a:ext>
            </a:extLst>
          </p:cNvPr>
          <p:cNvGrpSpPr/>
          <p:nvPr/>
        </p:nvGrpSpPr>
        <p:grpSpPr>
          <a:xfrm>
            <a:off x="7724568" y="1785720"/>
            <a:ext cx="2469600" cy="1422000"/>
            <a:chOff x="7724568" y="1785720"/>
            <a:chExt cx="2469600" cy="142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C144DE-DA05-9BE3-08F4-4AA4260473FE}"/>
                    </a:ext>
                  </a:extLst>
                </p14:cNvPr>
                <p14:cNvContentPartPr/>
                <p14:nvPr/>
              </p14:nvContentPartPr>
              <p14:xfrm>
                <a:off x="7724568" y="1785720"/>
                <a:ext cx="553320" cy="1422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C144DE-DA05-9BE3-08F4-4AA4260473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61928" y="1722720"/>
                  <a:ext cx="678960" cy="15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5B5ECC-FBEE-43BB-4620-1480F025A390}"/>
                    </a:ext>
                  </a:extLst>
                </p14:cNvPr>
                <p14:cNvContentPartPr/>
                <p14:nvPr/>
              </p14:nvContentPartPr>
              <p14:xfrm>
                <a:off x="8341608" y="1825680"/>
                <a:ext cx="1852560" cy="810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5B5ECC-FBEE-43BB-4620-1480F025A3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8608" y="1763040"/>
                  <a:ext cx="1978200" cy="9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4B91F60-16D1-349E-5B2B-716DA8EA1F66}"/>
              </a:ext>
            </a:extLst>
          </p:cNvPr>
          <p:cNvSpPr txBox="1"/>
          <p:nvPr/>
        </p:nvSpPr>
        <p:spPr>
          <a:xfrm rot="872795">
            <a:off x="9028549" y="1395389"/>
            <a:ext cx="3140347" cy="584775"/>
          </a:xfrm>
          <a:prstGeom prst="rect">
            <a:avLst/>
          </a:prstGeom>
          <a:solidFill>
            <a:srgbClr val="E71024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Braintrust added</a:t>
            </a:r>
          </a:p>
        </p:txBody>
      </p:sp>
    </p:spTree>
    <p:extLst>
      <p:ext uri="{BB962C8B-B14F-4D97-AF65-F5344CB8AC3E}">
        <p14:creationId xmlns:p14="http://schemas.microsoft.com/office/powerpoint/2010/main" val="2717826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0197F-2CD4-849C-D651-CDAD7CF8A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05" y="0"/>
            <a:ext cx="37187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05B87B-F26C-DB46-87C3-25AB48BF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17" y="0"/>
            <a:ext cx="6460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07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115CBB-2BCB-60F7-6A49-2E859C6B6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92" y="1874266"/>
            <a:ext cx="11155216" cy="31094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56772A-29CB-8137-5BF4-10CC2DDE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vibe-code yourself into traces</a:t>
            </a:r>
          </a:p>
        </p:txBody>
      </p:sp>
    </p:spTree>
    <p:extLst>
      <p:ext uri="{BB962C8B-B14F-4D97-AF65-F5344CB8AC3E}">
        <p14:creationId xmlns:p14="http://schemas.microsoft.com/office/powerpoint/2010/main" val="2731893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41ED31-A6C9-8FEC-1E3D-84D9D544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920" y="222005"/>
            <a:ext cx="9400032" cy="66359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B85144-5A69-B12E-8735-1B27820754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24"/>
          <a:stretch>
            <a:fillRect/>
          </a:stretch>
        </p:blipFill>
        <p:spPr>
          <a:xfrm>
            <a:off x="5803392" y="-540893"/>
            <a:ext cx="8592312" cy="793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08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FF367F-136A-2E13-E5D7-1233977D5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509760" cy="68406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4A77F-FD0E-3CD0-5607-89866BE7C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972509"/>
            <a:ext cx="6045200" cy="289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0B0164-8263-4AB7-4D79-861619D05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199" y="17380"/>
            <a:ext cx="601180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D77776-0B06-3D56-684B-D6A08538B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616" y="17380"/>
            <a:ext cx="4770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8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FFEE20F8-4BAC-663B-E57F-827729EB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88" y="0"/>
            <a:ext cx="9717024" cy="6865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467FE-DA81-428D-8996-A6F385712884}"/>
              </a:ext>
            </a:extLst>
          </p:cNvPr>
          <p:cNvSpPr txBox="1"/>
          <p:nvPr/>
        </p:nvSpPr>
        <p:spPr>
          <a:xfrm rot="21233175">
            <a:off x="2624545" y="3350992"/>
            <a:ext cx="6942926" cy="646331"/>
          </a:xfrm>
          <a:prstGeom prst="rect">
            <a:avLst/>
          </a:prstGeom>
          <a:solidFill>
            <a:srgbClr val="AC008B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</a:rPr>
              <a:t>Experimentation opens doors!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91941-3A6F-3B2F-5F44-EFA9F6096AD5}"/>
              </a:ext>
            </a:extLst>
          </p:cNvPr>
          <p:cNvSpPr txBox="1"/>
          <p:nvPr/>
        </p:nvSpPr>
        <p:spPr>
          <a:xfrm>
            <a:off x="3621024" y="6488668"/>
            <a:ext cx="5195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https://</a:t>
            </a:r>
            <a:r>
              <a:rPr lang="en-US" dirty="0" err="1">
                <a:highlight>
                  <a:srgbClr val="FFFF00"/>
                </a:highlight>
              </a:rPr>
              <a:t>x.com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swyx</a:t>
            </a:r>
            <a:r>
              <a:rPr lang="en-US" dirty="0">
                <a:highlight>
                  <a:srgbClr val="FFFF00"/>
                </a:highlight>
              </a:rPr>
              <a:t>/status/2102650014552182920</a:t>
            </a:r>
          </a:p>
        </p:txBody>
      </p:sp>
    </p:spTree>
    <p:extLst>
      <p:ext uri="{BB962C8B-B14F-4D97-AF65-F5344CB8AC3E}">
        <p14:creationId xmlns:p14="http://schemas.microsoft.com/office/powerpoint/2010/main" val="4855876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1E5F-E430-B9D3-7F47-B2E76810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79090-106F-16B4-E7AB-CFE4AEF9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gotcha: </a:t>
            </a:r>
            <a:r>
              <a:rPr lang="en-US" b="1" dirty="0">
                <a:solidFill>
                  <a:srgbClr val="FF0000"/>
                </a:solidFill>
              </a:rPr>
              <a:t>things change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ED376-5F80-69AE-EA90-7028EF51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463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6CA4-7F6C-BBD6-E027-68F57286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gotcha: </a:t>
            </a:r>
            <a:r>
              <a:rPr lang="en-US" b="1" dirty="0">
                <a:solidFill>
                  <a:srgbClr val="FF0000"/>
                </a:solidFill>
              </a:rPr>
              <a:t>the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bitter lesson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430E4-AAF0-1E6E-1C6F-96F1841B4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better model is just about to solve the problem without any extra prompting work!</a:t>
            </a:r>
          </a:p>
        </p:txBody>
      </p:sp>
    </p:spTree>
    <p:extLst>
      <p:ext uri="{BB962C8B-B14F-4D97-AF65-F5344CB8AC3E}">
        <p14:creationId xmlns:p14="http://schemas.microsoft.com/office/powerpoint/2010/main" val="3038436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40AB-4EAE-4F11-7189-7DA6C97C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Evaluate: Story-to-blurb summarizer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2D89-E3F7-4BD0-6A6E-2888961EC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We are designing something to make it easy for our reporters to write blurbs for newsletters and/or social media. </a:t>
            </a:r>
            <a:r>
              <a:rPr lang="en-US" b="1" dirty="0"/>
              <a:t>It takes a story, outputs a blurb.</a:t>
            </a:r>
          </a:p>
          <a:p>
            <a:r>
              <a:rPr lang="en-US" b="1" dirty="0"/>
              <a:t>What is our evaluation criteria?</a:t>
            </a:r>
          </a:p>
          <a:p>
            <a:pPr lvl="1"/>
            <a:r>
              <a:rPr lang="en-US" dirty="0"/>
              <a:t>Honestly, we probably won’t know what’s good/bad until we iterate a bunch!!</a:t>
            </a:r>
          </a:p>
          <a:p>
            <a:r>
              <a:rPr lang="en-US" b="1" dirty="0"/>
              <a:t>What are our dimensions of difference?</a:t>
            </a:r>
          </a:p>
          <a:p>
            <a:pPr lvl="1"/>
            <a:r>
              <a:rPr lang="en-US" dirty="0"/>
              <a:t>Beat/topic</a:t>
            </a:r>
          </a:p>
          <a:p>
            <a:pPr lvl="1"/>
            <a:r>
              <a:rPr lang="en-US" dirty="0"/>
              <a:t>Which social media channel it is going to/target newsletter audience</a:t>
            </a:r>
          </a:p>
          <a:p>
            <a:pPr lvl="1"/>
            <a:r>
              <a:rPr lang="en-US" dirty="0"/>
              <a:t>Level of seriousness</a:t>
            </a:r>
          </a:p>
          <a:p>
            <a:pPr lvl="1"/>
            <a:r>
              <a:rPr lang="en-US" dirty="0"/>
              <a:t>Probably 1,000 things we can’t think of, this is how everyone gets bitten</a:t>
            </a:r>
          </a:p>
          <a:p>
            <a:r>
              <a:rPr lang="en-US" b="1" dirty="0"/>
              <a:t>How do we generate synthetic examples of entire stories?</a:t>
            </a:r>
            <a:endParaRPr lang="en-US" dirty="0"/>
          </a:p>
          <a:p>
            <a:pPr lvl="1"/>
            <a:r>
              <a:rPr lang="en-US" dirty="0"/>
              <a:t>We don’t! Just take the past year of examples</a:t>
            </a:r>
          </a:p>
          <a:p>
            <a:r>
              <a:rPr lang="en-US" b="1" dirty="0"/>
              <a:t>What does our spreadsheet look like?</a:t>
            </a:r>
          </a:p>
          <a:p>
            <a:pPr lvl="1"/>
            <a:r>
              <a:rPr lang="en-US" dirty="0"/>
              <a:t>Do we need a gold set? If yes, how do we build it?</a:t>
            </a:r>
          </a:p>
          <a:p>
            <a:r>
              <a:rPr lang="en-US" b="1" dirty="0"/>
              <a:t>Do we need tracing?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66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BD57-4DFF-8059-FA21-88F9CC89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2E24-586B-CC97-17BF-5C3FBB3E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Evaluate: “Ask our archives” 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FD6A9-48AD-ADF8-562D-C1077815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We’re designing a chatbot to answer questions about local development.</a:t>
            </a:r>
          </a:p>
          <a:p>
            <a:r>
              <a:rPr lang="en-US" b="1" dirty="0"/>
              <a:t>What is our evaluation criteria?</a:t>
            </a:r>
          </a:p>
          <a:p>
            <a:pPr lvl="1"/>
            <a:r>
              <a:rPr lang="en-US" dirty="0"/>
              <a:t>Accurate: answer reflects reporting</a:t>
            </a:r>
          </a:p>
          <a:p>
            <a:pPr lvl="1"/>
            <a:r>
              <a:rPr lang="en-US" dirty="0"/>
              <a:t>Evidence-backed: citations support claims</a:t>
            </a:r>
          </a:p>
          <a:p>
            <a:pPr lvl="1"/>
            <a:r>
              <a:rPr lang="en-US" dirty="0"/>
              <a:t>More recent information </a:t>
            </a:r>
            <a:r>
              <a:rPr lang="en-US" dirty="0" err="1"/>
              <a:t>supercedes</a:t>
            </a:r>
            <a:r>
              <a:rPr lang="en-US" dirty="0"/>
              <a:t> older information</a:t>
            </a:r>
          </a:p>
          <a:p>
            <a:pPr lvl="1"/>
            <a:r>
              <a:rPr lang="en-US" dirty="0"/>
              <a:t>Acknowledges gaps</a:t>
            </a:r>
          </a:p>
          <a:p>
            <a:r>
              <a:rPr lang="en-US" b="1" dirty="0"/>
              <a:t>What are our dimensions of difference?</a:t>
            </a:r>
          </a:p>
          <a:p>
            <a:pPr lvl="1"/>
            <a:r>
              <a:rPr lang="en-US" dirty="0"/>
              <a:t>Unrelated topic, red teaming, biased question, about old data,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/>
              <a:t>What does our spreadsheet look like?</a:t>
            </a:r>
          </a:p>
          <a:p>
            <a:pPr lvl="1"/>
            <a:r>
              <a:rPr lang="en-US" dirty="0"/>
              <a:t>Do we need a gold set? If yes, how do we build it?</a:t>
            </a:r>
            <a:endParaRPr lang="en-US" b="1" dirty="0"/>
          </a:p>
          <a:p>
            <a:r>
              <a:rPr lang="en-US" b="1" dirty="0"/>
              <a:t>Do we need tracing?</a:t>
            </a:r>
          </a:p>
          <a:p>
            <a:pPr lvl="1"/>
            <a:r>
              <a:rPr lang="en-US" dirty="0"/>
              <a:t>Most likely!</a:t>
            </a:r>
            <a:r>
              <a:rPr lang="en-US" b="1" dirty="0"/>
              <a:t> </a:t>
            </a:r>
            <a:r>
              <a:rPr lang="en-US" dirty="0"/>
              <a:t>It will be important to dig into </a:t>
            </a:r>
            <a:r>
              <a:rPr lang="en-US" i="1" dirty="0"/>
              <a:t>how</a:t>
            </a:r>
            <a:r>
              <a:rPr lang="en-US" dirty="0"/>
              <a:t> it’s actually searching.</a:t>
            </a:r>
          </a:p>
        </p:txBody>
      </p:sp>
    </p:spTree>
    <p:extLst>
      <p:ext uri="{BB962C8B-B14F-4D97-AF65-F5344CB8AC3E}">
        <p14:creationId xmlns:p14="http://schemas.microsoft.com/office/powerpoint/2010/main" val="4105352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E431-4781-54E9-8FA2-BC190324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F12A-8292-0AA4-32AB-B3E99E0AB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Stress-Testing AI:</a:t>
            </a:r>
            <a:br>
              <a:rPr lang="en-US" dirty="0"/>
            </a:br>
            <a:r>
              <a:rPr lang="en-US" dirty="0"/>
              <a:t>How to Evaluate Whether Your AI Tools Are 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124A3-C95F-F6AC-2A58-5D5A40B52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Jonathan Soma</a:t>
            </a:r>
          </a:p>
          <a:p>
            <a:r>
              <a:rPr lang="en-US" dirty="0"/>
              <a:t>js4571@columbia.edu @</a:t>
            </a:r>
            <a:r>
              <a:rPr lang="en-US" dirty="0" err="1"/>
              <a:t>dangerscarf</a:t>
            </a:r>
            <a:endParaRPr lang="en-US" dirty="0"/>
          </a:p>
          <a:p>
            <a:r>
              <a:rPr lang="en-US" dirty="0"/>
              <a:t>Columbia University</a:t>
            </a:r>
          </a:p>
        </p:txBody>
      </p:sp>
    </p:spTree>
    <p:extLst>
      <p:ext uri="{BB962C8B-B14F-4D97-AF65-F5344CB8AC3E}">
        <p14:creationId xmlns:p14="http://schemas.microsoft.com/office/powerpoint/2010/main" val="326536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4316</TotalTime>
  <Words>1475</Words>
  <Application>Microsoft Macintosh PowerPoint</Application>
  <PresentationFormat>Widescreen</PresentationFormat>
  <Paragraphs>174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Toppan Bunkyu Gothic Regular</vt:lpstr>
      <vt:lpstr>Toppan Bunkyu Midashi Gothic Extrabold</vt:lpstr>
      <vt:lpstr>Aptos</vt:lpstr>
      <vt:lpstr>Arial</vt:lpstr>
      <vt:lpstr>Office Theme</vt:lpstr>
      <vt:lpstr>Stress-Testing AI: How to Evaluate Whether Your AI Tools Are Working</vt:lpstr>
      <vt:lpstr>Two definitions of “working”</vt:lpstr>
      <vt:lpstr>Fear not, failure is normal</vt:lpstr>
      <vt:lpstr>PowerPoint Presentation</vt:lpstr>
      <vt:lpstr>What we are doing today</vt:lpstr>
      <vt:lpstr>PowerPoint Presentation</vt:lpstr>
      <vt:lpstr>Our example use case</vt:lpstr>
      <vt:lpstr>PowerPoint Presentation</vt:lpstr>
      <vt:lpstr>STEP ONE: Get to a good place</vt:lpstr>
      <vt:lpstr>PowerPoint Presentation</vt:lpstr>
      <vt:lpstr>“Look this person up and find a little summary about them and grab their LinkedIn and details on any campaign contributions: {name}”</vt:lpstr>
      <vt:lpstr>PowerPoint Presentation</vt:lpstr>
      <vt:lpstr>PowerPoint Presentation</vt:lpstr>
      <vt:lpstr>PowerPoint Presentation</vt:lpstr>
      <vt:lpstr>“With this name and partial address, look this person up and find a little summary about them and grab their LinkedIn and details on any campaign contributions: {name} {address}”</vt:lpstr>
      <vt:lpstr>STEP TWO: Make it structured</vt:lpstr>
      <vt:lpstr>PowerPoint Presentation</vt:lpstr>
      <vt:lpstr>PowerPoint Presentation</vt:lpstr>
      <vt:lpstr>Structured places data can live</vt:lpstr>
      <vt:lpstr>STEP THREE: Designing your eval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FOUR: Actually running your eval</vt:lpstr>
      <vt:lpstr>Eval tools: Braintrust, Langfuse, etc</vt:lpstr>
      <vt:lpstr>PowerPoint Presentation</vt:lpstr>
      <vt:lpstr>Software is free! Just build a custom tool</vt:lpstr>
      <vt:lpstr>PowerPoint Presentation</vt:lpstr>
      <vt:lpstr>STEP FIVE: Using the results</vt:lpstr>
      <vt:lpstr>What to do with outputs</vt:lpstr>
      <vt:lpstr>APPENDIX: Some bonuses, for fun</vt:lpstr>
      <vt:lpstr>Types of evals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work: Peering in the box</vt:lpstr>
      <vt:lpstr>PowerPoint Presentation</vt:lpstr>
      <vt:lpstr>PowerPoint Presentation</vt:lpstr>
      <vt:lpstr>Just vibe-code yourself into traces</vt:lpstr>
      <vt:lpstr>PowerPoint Presentation</vt:lpstr>
      <vt:lpstr>PowerPoint Presentation</vt:lpstr>
      <vt:lpstr>PowerPoint Presentation</vt:lpstr>
      <vt:lpstr>A gotcha: things change</vt:lpstr>
      <vt:lpstr>A gotcha: the bitter lesson</vt:lpstr>
      <vt:lpstr>Evaluate: Story-to-blurb summarizer</vt:lpstr>
      <vt:lpstr>Evaluate: “Ask our archives” bot</vt:lpstr>
      <vt:lpstr>Stress-Testing AI: How to Evaluate Whether Your AI Tools Are Working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Soma</dc:creator>
  <cp:lastModifiedBy>Jonathan Soma</cp:lastModifiedBy>
  <cp:revision>90</cp:revision>
  <cp:lastPrinted>2026-10-22T15:40:13Z</cp:lastPrinted>
  <dcterms:created xsi:type="dcterms:W3CDTF">2026-10-19T15:36:56Z</dcterms:created>
  <dcterms:modified xsi:type="dcterms:W3CDTF">2026-10-22T15:43:13Z</dcterms:modified>
</cp:coreProperties>
</file>